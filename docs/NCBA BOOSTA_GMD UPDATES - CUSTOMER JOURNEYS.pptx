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55.jpg" ContentType="image/jpeg"/>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91" r:id="rId5"/>
    <p:sldMasterId id="2147483703" r:id="rId6"/>
    <p:sldMasterId id="2147483751" r:id="rId7"/>
  </p:sldMasterIdLst>
  <p:notesMasterIdLst>
    <p:notesMasterId r:id="rId37"/>
  </p:notesMasterIdLst>
  <p:sldIdLst>
    <p:sldId id="449" r:id="rId8"/>
    <p:sldId id="2147483388" r:id="rId9"/>
    <p:sldId id="256" r:id="rId10"/>
    <p:sldId id="2147476314" r:id="rId11"/>
    <p:sldId id="2147476315" r:id="rId12"/>
    <p:sldId id="2147476316" r:id="rId13"/>
    <p:sldId id="2147476317" r:id="rId14"/>
    <p:sldId id="2147476318" r:id="rId15"/>
    <p:sldId id="2147476319" r:id="rId16"/>
    <p:sldId id="2147476320" r:id="rId17"/>
    <p:sldId id="2147476321" r:id="rId18"/>
    <p:sldId id="2147475921" r:id="rId19"/>
    <p:sldId id="2147475922" r:id="rId20"/>
    <p:sldId id="2147475923" r:id="rId21"/>
    <p:sldId id="2147475924" r:id="rId22"/>
    <p:sldId id="2147475936" r:id="rId23"/>
    <p:sldId id="2147475802" r:id="rId24"/>
    <p:sldId id="2147475803" r:id="rId25"/>
    <p:sldId id="2147475804" r:id="rId26"/>
    <p:sldId id="2147475925" r:id="rId27"/>
    <p:sldId id="2147475926" r:id="rId28"/>
    <p:sldId id="2147475932" r:id="rId29"/>
    <p:sldId id="2147475927" r:id="rId30"/>
    <p:sldId id="2147475928" r:id="rId31"/>
    <p:sldId id="2147475929" r:id="rId32"/>
    <p:sldId id="2147475930" r:id="rId33"/>
    <p:sldId id="2147475931" r:id="rId34"/>
    <p:sldId id="2147476305" r:id="rId35"/>
    <p:sldId id="467" r:id="rId3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302D"/>
    <a:srgbClr val="69D8FF"/>
    <a:srgbClr val="7B3F00"/>
    <a:srgbClr val="505C0A"/>
    <a:srgbClr val="4C2800"/>
    <a:srgbClr val="F6882E"/>
    <a:srgbClr val="F8F200"/>
    <a:srgbClr val="392F2D"/>
    <a:srgbClr val="376092"/>
    <a:srgbClr val="2954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87EF04-582D-4936-859B-25AD19C5DE55}" v="3" dt="2025-09-01T07:17:19.29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93" autoAdjust="0"/>
    <p:restoredTop sz="96646"/>
  </p:normalViewPr>
  <p:slideViewPr>
    <p:cSldViewPr>
      <p:cViewPr varScale="1">
        <p:scale>
          <a:sx n="59" d="100"/>
          <a:sy n="59" d="100"/>
        </p:scale>
        <p:origin x="708" y="52"/>
      </p:cViewPr>
      <p:guideLst>
        <p:guide orient="horz" pos="2880"/>
        <p:guide pos="216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5EB9C9D-F7FA-479F-8EF7-F7809A19C6A0}" type="datetimeFigureOut">
              <a:rPr lang="en-US" smtClean="0"/>
              <a:t>8/29/2025</a:t>
            </a:fld>
            <a:endParaRPr lang="en-US"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B0D1BB4-DD0E-4992-88DD-1F8288DE8E7E}" type="slidenum">
              <a:rPr lang="en-US" smtClean="0"/>
              <a:t>‹#›</a:t>
            </a:fld>
            <a:endParaRPr lang="en-US" dirty="0"/>
          </a:p>
        </p:txBody>
      </p:sp>
    </p:spTree>
    <p:extLst>
      <p:ext uri="{BB962C8B-B14F-4D97-AF65-F5344CB8AC3E}">
        <p14:creationId xmlns:p14="http://schemas.microsoft.com/office/powerpoint/2010/main" val="1372730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2301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3141BE-FD25-441C-8D3C-EBAA8AE1A8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7043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6" name="Holder 6"/>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3937"/>
                </a:solidFill>
                <a:latin typeface="CenturyGothic-Bold"/>
                <a:cs typeface="CenturyGothic-Bold"/>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6" name="Holder 6"/>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3937"/>
                </a:solidFill>
                <a:latin typeface="CenturyGothic-Bold"/>
                <a:cs typeface="CenturyGothic-Bold"/>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443662" y="1812035"/>
            <a:ext cx="5213984" cy="4124960"/>
          </a:xfrm>
          <a:prstGeom prst="rect">
            <a:avLst/>
          </a:prstGeom>
        </p:spPr>
        <p:txBody>
          <a:bodyPr wrap="square" lIns="0" tIns="0" rIns="0" bIns="0">
            <a:spAutoFit/>
          </a:bodyPr>
          <a:lstStyle>
            <a:lvl1pPr>
              <a:defRPr sz="1400" b="0" i="0">
                <a:solidFill>
                  <a:srgbClr val="403937"/>
                </a:solidFill>
                <a:latin typeface="Century Gothic"/>
                <a:cs typeface="Century Gothic"/>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7" name="Holder 7"/>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3937"/>
                </a:solidFill>
                <a:latin typeface="CenturyGothic-Bold"/>
                <a:cs typeface="CenturyGothic-Bold"/>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5" name="Holder 5"/>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4" name="Holder 4"/>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6" name="Holder 6"/>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extLst>
      <p:ext uri="{BB962C8B-B14F-4D97-AF65-F5344CB8AC3E}">
        <p14:creationId xmlns:p14="http://schemas.microsoft.com/office/powerpoint/2010/main" val="4126055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3937"/>
                </a:solidFill>
                <a:latin typeface="CenturyGothic-Bold"/>
                <a:cs typeface="CenturyGothic-Bold"/>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6" name="Holder 6"/>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extLst>
      <p:ext uri="{BB962C8B-B14F-4D97-AF65-F5344CB8AC3E}">
        <p14:creationId xmlns:p14="http://schemas.microsoft.com/office/powerpoint/2010/main" val="2919588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3937"/>
                </a:solidFill>
                <a:latin typeface="CenturyGothic-Bold"/>
                <a:cs typeface="CenturyGothic-Bold"/>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443662" y="1812035"/>
            <a:ext cx="5213984" cy="4124960"/>
          </a:xfrm>
          <a:prstGeom prst="rect">
            <a:avLst/>
          </a:prstGeom>
        </p:spPr>
        <p:txBody>
          <a:bodyPr wrap="square" lIns="0" tIns="0" rIns="0" bIns="0">
            <a:spAutoFit/>
          </a:bodyPr>
          <a:lstStyle>
            <a:lvl1pPr>
              <a:defRPr sz="1400" b="0" i="0">
                <a:solidFill>
                  <a:srgbClr val="403937"/>
                </a:solidFill>
                <a:latin typeface="Century Gothic"/>
                <a:cs typeface="Century Gothic"/>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7" name="Holder 7"/>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extLst>
      <p:ext uri="{BB962C8B-B14F-4D97-AF65-F5344CB8AC3E}">
        <p14:creationId xmlns:p14="http://schemas.microsoft.com/office/powerpoint/2010/main" val="3832515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1_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3937"/>
                </a:solidFill>
                <a:latin typeface="CenturyGothic-Bold"/>
                <a:cs typeface="CenturyGothic-Bold"/>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5" name="Holder 5"/>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extLst>
      <p:ext uri="{BB962C8B-B14F-4D97-AF65-F5344CB8AC3E}">
        <p14:creationId xmlns:p14="http://schemas.microsoft.com/office/powerpoint/2010/main" val="399178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4" name="Holder 4"/>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extLst>
      <p:ext uri="{BB962C8B-B14F-4D97-AF65-F5344CB8AC3E}">
        <p14:creationId xmlns:p14="http://schemas.microsoft.com/office/powerpoint/2010/main" val="3055509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588710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hapter title and list">
  <p:cSld name="Chapter title and lis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809600" y="1334305"/>
            <a:ext cx="5248000" cy="7184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667"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 name="Google Shape;36;p9"/>
          <p:cNvSpPr txBox="1">
            <a:spLocks noGrp="1"/>
          </p:cNvSpPr>
          <p:nvPr>
            <p:ph type="body" idx="1"/>
          </p:nvPr>
        </p:nvSpPr>
        <p:spPr>
          <a:xfrm>
            <a:off x="809600" y="2354147"/>
            <a:ext cx="5248000" cy="3565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AutoNum type="arabicPeriod"/>
              <a:defRPr/>
            </a:lvl1pPr>
            <a:lvl2pPr marL="1219170" lvl="1" indent="-406390" rtl="0">
              <a:spcBef>
                <a:spcPts val="0"/>
              </a:spcBef>
              <a:spcAft>
                <a:spcPts val="0"/>
              </a:spcAft>
              <a:buSzPts val="1200"/>
              <a:buAutoNum type="alphaLcPeriod"/>
              <a:defRPr/>
            </a:lvl2pPr>
            <a:lvl3pPr marL="1828754" lvl="2" indent="-406390" rtl="0">
              <a:spcBef>
                <a:spcPts val="0"/>
              </a:spcBef>
              <a:spcAft>
                <a:spcPts val="0"/>
              </a:spcAft>
              <a:buSzPts val="1200"/>
              <a:buAutoNum type="romanLcPeriod"/>
              <a:defRPr/>
            </a:lvl3pPr>
            <a:lvl4pPr marL="2438339" lvl="3" indent="-406390" rtl="0">
              <a:spcBef>
                <a:spcPts val="0"/>
              </a:spcBef>
              <a:spcAft>
                <a:spcPts val="0"/>
              </a:spcAft>
              <a:buSzPts val="1200"/>
              <a:buAutoNum type="arabicPeriod"/>
              <a:defRPr/>
            </a:lvl4pPr>
            <a:lvl5pPr marL="3047924" lvl="4" indent="-406390" rtl="0">
              <a:spcBef>
                <a:spcPts val="0"/>
              </a:spcBef>
              <a:spcAft>
                <a:spcPts val="0"/>
              </a:spcAft>
              <a:buSzPts val="1200"/>
              <a:buAutoNum type="alphaLcPeriod"/>
              <a:defRPr/>
            </a:lvl5pPr>
            <a:lvl6pPr marL="3657509" lvl="5" indent="-406390" rtl="0">
              <a:spcBef>
                <a:spcPts val="0"/>
              </a:spcBef>
              <a:spcAft>
                <a:spcPts val="0"/>
              </a:spcAft>
              <a:buSzPts val="1200"/>
              <a:buAutoNum type="romanLcPeriod"/>
              <a:defRPr/>
            </a:lvl6pPr>
            <a:lvl7pPr marL="4267093" lvl="6" indent="-406390" rtl="0">
              <a:spcBef>
                <a:spcPts val="0"/>
              </a:spcBef>
              <a:spcAft>
                <a:spcPts val="0"/>
              </a:spcAft>
              <a:buSzPts val="1200"/>
              <a:buAutoNum type="arabicPeriod"/>
              <a:defRPr/>
            </a:lvl7pPr>
            <a:lvl8pPr marL="4876678" lvl="7" indent="-406390" rtl="0">
              <a:spcBef>
                <a:spcPts val="0"/>
              </a:spcBef>
              <a:spcAft>
                <a:spcPts val="0"/>
              </a:spcAft>
              <a:buSzPts val="1200"/>
              <a:buAutoNum type="alphaLcPeriod"/>
              <a:defRPr/>
            </a:lvl8pPr>
            <a:lvl9pPr marL="5486263" lvl="8" indent="-406390" rtl="0">
              <a:spcBef>
                <a:spcPts val="0"/>
              </a:spcBef>
              <a:spcAft>
                <a:spcPts val="0"/>
              </a:spcAft>
              <a:buSzPts val="1200"/>
              <a:buAutoNum type="romanLcPeriod"/>
              <a:defRPr/>
            </a:lvl9pPr>
          </a:lstStyle>
          <a:p>
            <a:endParaRPr/>
          </a:p>
        </p:txBody>
      </p:sp>
    </p:spTree>
    <p:extLst>
      <p:ext uri="{BB962C8B-B14F-4D97-AF65-F5344CB8AC3E}">
        <p14:creationId xmlns:p14="http://schemas.microsoft.com/office/powerpoint/2010/main" val="351136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5318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9547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65360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69220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32100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5553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82357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0218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839446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46742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021044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0FBEAED-AA1E-4570-9020-AAD35CD89C00}"/>
              </a:ext>
            </a:extLst>
          </p:cNvPr>
          <p:cNvSpPr>
            <a:spLocks noGrp="1"/>
          </p:cNvSpPr>
          <p:nvPr>
            <p:ph type="dt" sz="half" idx="10"/>
          </p:nvPr>
        </p:nvSpPr>
        <p:spPr/>
        <p:txBody>
          <a:bodyPr/>
          <a:lstStyle/>
          <a:p>
            <a:fld id="{3852173F-80DA-4FE3-A666-C121425D3857}" type="datetime1">
              <a:rPr lang="en-US" smtClean="0"/>
              <a:t>8/29/2025</a:t>
            </a:fld>
            <a:endParaRPr lang="en-US" dirty="0"/>
          </a:p>
        </p:txBody>
      </p:sp>
      <p:sp>
        <p:nvSpPr>
          <p:cNvPr id="4" name="Footer Placeholder 3">
            <a:extLst>
              <a:ext uri="{FF2B5EF4-FFF2-40B4-BE49-F238E27FC236}">
                <a16:creationId xmlns:a16="http://schemas.microsoft.com/office/drawing/2014/main" id="{B4464E85-58CD-463F-8812-0EC221DDF43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3F55BFB-B1F2-4D05-9E18-BD34394D21A1}"/>
              </a:ext>
            </a:extLst>
          </p:cNvPr>
          <p:cNvSpPr>
            <a:spLocks noGrp="1"/>
          </p:cNvSpPr>
          <p:nvPr>
            <p:ph type="sldNum" sz="quarter" idx="12"/>
          </p:nvPr>
        </p:nvSpPr>
        <p:spPr/>
        <p:txBody>
          <a:bodyPr/>
          <a:lstStyle/>
          <a:p>
            <a:fld id="{7E653CDB-E8DC-4D23-B7E7-79510F0CD256}" type="slidenum">
              <a:rPr lang="en-US" smtClean="0"/>
              <a:t>‹#›</a:t>
            </a:fld>
            <a:endParaRPr lang="en-US" dirty="0"/>
          </a:p>
        </p:txBody>
      </p:sp>
      <p:sp>
        <p:nvSpPr>
          <p:cNvPr id="7" name="Text Placeholder 6">
            <a:extLst>
              <a:ext uri="{FF2B5EF4-FFF2-40B4-BE49-F238E27FC236}">
                <a16:creationId xmlns:a16="http://schemas.microsoft.com/office/drawing/2014/main" id="{0714325E-C5EF-4B0C-AB3D-2ACB9B10D9DC}"/>
              </a:ext>
            </a:extLst>
          </p:cNvPr>
          <p:cNvSpPr>
            <a:spLocks noGrp="1"/>
          </p:cNvSpPr>
          <p:nvPr>
            <p:ph type="body" sz="quarter" idx="13" hasCustomPrompt="1"/>
          </p:nvPr>
        </p:nvSpPr>
        <p:spPr>
          <a:xfrm>
            <a:off x="177797" y="705062"/>
            <a:ext cx="11860916" cy="228600"/>
          </a:xfrm>
        </p:spPr>
        <p:txBody>
          <a:bodyPr anchor="t">
            <a:noAutofit/>
          </a:bodyPr>
          <a:lstStyle>
            <a:lvl1pPr marL="0" indent="0">
              <a:lnSpc>
                <a:spcPct val="100000"/>
              </a:lnSpc>
              <a:spcBef>
                <a:spcPts val="0"/>
              </a:spcBef>
              <a:buNone/>
              <a:defRPr sz="900">
                <a:solidFill>
                  <a:schemeClr val="tx2">
                    <a:lumMod val="65000"/>
                    <a:lumOff val="35000"/>
                  </a:schemeClr>
                </a:solidFill>
              </a:defRPr>
            </a:lvl1pPr>
          </a:lstStyle>
          <a:p>
            <a:pPr lvl="0"/>
            <a:r>
              <a:rPr lang="en-US" dirty="0"/>
              <a:t>Click to edit Master text styles</a:t>
            </a:r>
          </a:p>
        </p:txBody>
      </p:sp>
      <p:sp>
        <p:nvSpPr>
          <p:cNvPr id="2" name="Title 1">
            <a:extLst>
              <a:ext uri="{FF2B5EF4-FFF2-40B4-BE49-F238E27FC236}">
                <a16:creationId xmlns:a16="http://schemas.microsoft.com/office/drawing/2014/main" id="{FBEF5401-4F1D-4D06-9F79-A747EF714674}"/>
              </a:ext>
            </a:extLst>
          </p:cNvPr>
          <p:cNvSpPr>
            <a:spLocks noGrp="1"/>
          </p:cNvSpPr>
          <p:nvPr>
            <p:ph type="title"/>
          </p:nvPr>
        </p:nvSpPr>
        <p:spPr>
          <a:xfrm>
            <a:off x="177800" y="162106"/>
            <a:ext cx="11862688" cy="528814"/>
          </a:xfrm>
        </p:spPr>
        <p:txBody>
          <a:bodyPr/>
          <a:lstStyle>
            <a:lvl1pPr>
              <a:defRPr>
                <a:solidFill>
                  <a:schemeClr val="tx2">
                    <a:lumMod val="85000"/>
                    <a:lumOff val="15000"/>
                  </a:schemeClr>
                </a:solidFill>
              </a:defRPr>
            </a:lvl1pPr>
          </a:lstStyle>
          <a:p>
            <a:r>
              <a:rPr lang="en-US" dirty="0"/>
              <a:t>Click to edit Master title style</a:t>
            </a:r>
          </a:p>
        </p:txBody>
      </p:sp>
    </p:spTree>
    <p:extLst>
      <p:ext uri="{BB962C8B-B14F-4D97-AF65-F5344CB8AC3E}">
        <p14:creationId xmlns:p14="http://schemas.microsoft.com/office/powerpoint/2010/main" val="24703628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name="2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0FBEAED-AA1E-4570-9020-AAD35CD89C00}"/>
              </a:ext>
            </a:extLst>
          </p:cNvPr>
          <p:cNvSpPr>
            <a:spLocks noGrp="1"/>
          </p:cNvSpPr>
          <p:nvPr>
            <p:ph type="dt" sz="half" idx="10"/>
          </p:nvPr>
        </p:nvSpPr>
        <p:spPr/>
        <p:txBody>
          <a:bodyPr/>
          <a:lstStyle/>
          <a:p>
            <a:fld id="{82681E4E-7CEA-4677-AA89-C9E58E258CE6}" type="datetime1">
              <a:rPr lang="en-US" smtClean="0"/>
              <a:t>8/29/2025</a:t>
            </a:fld>
            <a:endParaRPr lang="en-US" dirty="0"/>
          </a:p>
        </p:txBody>
      </p:sp>
      <p:sp>
        <p:nvSpPr>
          <p:cNvPr id="4" name="Footer Placeholder 3">
            <a:extLst>
              <a:ext uri="{FF2B5EF4-FFF2-40B4-BE49-F238E27FC236}">
                <a16:creationId xmlns:a16="http://schemas.microsoft.com/office/drawing/2014/main" id="{B4464E85-58CD-463F-8812-0EC221DDF432}"/>
              </a:ext>
            </a:extLst>
          </p:cNvPr>
          <p:cNvSpPr>
            <a:spLocks noGrp="1"/>
          </p:cNvSpPr>
          <p:nvPr>
            <p:ph type="ftr" sz="quarter" idx="11"/>
          </p:nvPr>
        </p:nvSpPr>
        <p:spPr/>
        <p:txBody>
          <a:bodyPr/>
          <a:lstStyle/>
          <a:p>
            <a:endParaRPr lang="en-US" dirty="0"/>
          </a:p>
        </p:txBody>
      </p:sp>
      <p:sp>
        <p:nvSpPr>
          <p:cNvPr id="11" name="Text Placeholder 6">
            <a:extLst>
              <a:ext uri="{FF2B5EF4-FFF2-40B4-BE49-F238E27FC236}">
                <a16:creationId xmlns:a16="http://schemas.microsoft.com/office/drawing/2014/main" id="{C494BE36-E7CD-4A9D-8523-9798C9223805}"/>
              </a:ext>
            </a:extLst>
          </p:cNvPr>
          <p:cNvSpPr>
            <a:spLocks noGrp="1"/>
          </p:cNvSpPr>
          <p:nvPr>
            <p:ph type="body" sz="quarter" idx="13"/>
          </p:nvPr>
        </p:nvSpPr>
        <p:spPr>
          <a:xfrm>
            <a:off x="151512" y="705062"/>
            <a:ext cx="11887200" cy="153806"/>
          </a:xfrm>
        </p:spPr>
        <p:txBody>
          <a:bodyPr anchor="t">
            <a:noAutofit/>
          </a:bodyPr>
          <a:lstStyle>
            <a:lvl1pPr marL="0" indent="0">
              <a:lnSpc>
                <a:spcPct val="100000"/>
              </a:lnSpc>
              <a:spcBef>
                <a:spcPts val="0"/>
              </a:spcBef>
              <a:buNone/>
              <a:defRPr sz="900">
                <a:solidFill>
                  <a:schemeClr val="bg2">
                    <a:lumMod val="50000"/>
                  </a:schemeClr>
                </a:solidFill>
              </a:defRPr>
            </a:lvl1pPr>
          </a:lstStyle>
          <a:p>
            <a:pPr lvl="0"/>
            <a:r>
              <a:rPr lang="en-US" dirty="0"/>
              <a:t>Click to edit Master text styles</a:t>
            </a:r>
          </a:p>
        </p:txBody>
      </p:sp>
      <p:sp>
        <p:nvSpPr>
          <p:cNvPr id="13" name="Title 1">
            <a:extLst>
              <a:ext uri="{FF2B5EF4-FFF2-40B4-BE49-F238E27FC236}">
                <a16:creationId xmlns:a16="http://schemas.microsoft.com/office/drawing/2014/main" id="{AA28B922-B81E-48EE-8473-2F52F2FC66C4}"/>
              </a:ext>
            </a:extLst>
          </p:cNvPr>
          <p:cNvSpPr>
            <a:spLocks noGrp="1"/>
          </p:cNvSpPr>
          <p:nvPr>
            <p:ph type="title"/>
          </p:nvPr>
        </p:nvSpPr>
        <p:spPr>
          <a:xfrm>
            <a:off x="151512" y="162106"/>
            <a:ext cx="11888976" cy="528814"/>
          </a:xfrm>
        </p:spPr>
        <p:txBody>
          <a:bodyPr/>
          <a:lstStyle>
            <a:lvl1pPr>
              <a:defRPr sz="2800">
                <a:solidFill>
                  <a:schemeClr val="tx2">
                    <a:lumMod val="85000"/>
                    <a:lumOff val="15000"/>
                  </a:schemeClr>
                </a:solidFill>
                <a:latin typeface="Biome "/>
                <a:ea typeface="Cambria" panose="02040503050406030204" pitchFamily="18" charset="0"/>
              </a:defRPr>
            </a:lvl1pPr>
          </a:lstStyle>
          <a:p>
            <a:r>
              <a:rPr lang="en-US" dirty="0"/>
              <a:t>Click to edit Master title style</a:t>
            </a:r>
          </a:p>
        </p:txBody>
      </p:sp>
      <p:sp>
        <p:nvSpPr>
          <p:cNvPr id="7" name="Slide Number Placeholder 5">
            <a:extLst>
              <a:ext uri="{FF2B5EF4-FFF2-40B4-BE49-F238E27FC236}">
                <a16:creationId xmlns:a16="http://schemas.microsoft.com/office/drawing/2014/main" id="{165AF71A-1E96-403F-AC92-9C98C9FA8CEC}"/>
              </a:ext>
            </a:extLst>
          </p:cNvPr>
          <p:cNvSpPr>
            <a:spLocks noGrp="1"/>
          </p:cNvSpPr>
          <p:nvPr>
            <p:ph type="sldNum" sz="quarter" idx="12"/>
          </p:nvPr>
        </p:nvSpPr>
        <p:spPr>
          <a:xfrm>
            <a:off x="11813257" y="6657975"/>
            <a:ext cx="376784" cy="200025"/>
          </a:xfrm>
          <a:prstGeom prst="rect">
            <a:avLst/>
          </a:prstGeom>
        </p:spPr>
        <p:txBody>
          <a:bodyPr/>
          <a:lstStyle/>
          <a:p>
            <a:fld id="{7E653CDB-E8DC-4D23-B7E7-79510F0CD256}" type="slidenum">
              <a:rPr lang="en-US" smtClean="0"/>
              <a:t>‹#›</a:t>
            </a:fld>
            <a:endParaRPr lang="en-US" dirty="0"/>
          </a:p>
        </p:txBody>
      </p:sp>
    </p:spTree>
    <p:extLst>
      <p:ext uri="{BB962C8B-B14F-4D97-AF65-F5344CB8AC3E}">
        <p14:creationId xmlns:p14="http://schemas.microsoft.com/office/powerpoint/2010/main" val="5845326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8_Title Only">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A8B360D-B4A9-4065-A2B0-A3704DE9CDE0}"/>
              </a:ext>
            </a:extLst>
          </p:cNvPr>
          <p:cNvSpPr>
            <a:spLocks noGrp="1"/>
          </p:cNvSpPr>
          <p:nvPr>
            <p:ph type="pic" sz="quarter" idx="14"/>
          </p:nvPr>
        </p:nvSpPr>
        <p:spPr>
          <a:xfrm>
            <a:off x="616316" y="1782307"/>
            <a:ext cx="2386350" cy="2386350"/>
          </a:xfrm>
          <a:custGeom>
            <a:avLst/>
            <a:gdLst>
              <a:gd name="connsiteX0" fmla="*/ 1193175 w 2386350"/>
              <a:gd name="connsiteY0" fmla="*/ 0 h 2386350"/>
              <a:gd name="connsiteX1" fmla="*/ 2386350 w 2386350"/>
              <a:gd name="connsiteY1" fmla="*/ 1193175 h 2386350"/>
              <a:gd name="connsiteX2" fmla="*/ 1193175 w 2386350"/>
              <a:gd name="connsiteY2" fmla="*/ 2386350 h 2386350"/>
              <a:gd name="connsiteX3" fmla="*/ 0 w 2386350"/>
              <a:gd name="connsiteY3" fmla="*/ 1193175 h 2386350"/>
              <a:gd name="connsiteX4" fmla="*/ 1193175 w 2386350"/>
              <a:gd name="connsiteY4" fmla="*/ 0 h 238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350" h="2386350">
                <a:moveTo>
                  <a:pt x="1193175" y="0"/>
                </a:moveTo>
                <a:cubicBezTo>
                  <a:pt x="1852147" y="0"/>
                  <a:pt x="2386350" y="534203"/>
                  <a:pt x="2386350" y="1193175"/>
                </a:cubicBezTo>
                <a:cubicBezTo>
                  <a:pt x="2386350" y="1852147"/>
                  <a:pt x="1852147" y="2386350"/>
                  <a:pt x="1193175" y="2386350"/>
                </a:cubicBezTo>
                <a:cubicBezTo>
                  <a:pt x="534203" y="2386350"/>
                  <a:pt x="0" y="1852147"/>
                  <a:pt x="0" y="1193175"/>
                </a:cubicBezTo>
                <a:cubicBezTo>
                  <a:pt x="0" y="534203"/>
                  <a:pt x="534203" y="0"/>
                  <a:pt x="1193175" y="0"/>
                </a:cubicBezTo>
                <a:close/>
              </a:path>
            </a:pathLst>
          </a:custGeom>
        </p:spPr>
        <p:txBody>
          <a:bodyPr wrap="square">
            <a:noAutofit/>
          </a:bodyPr>
          <a:lstStyle/>
          <a:p>
            <a:endParaRPr lang="en-US" dirty="0"/>
          </a:p>
        </p:txBody>
      </p:sp>
      <p:sp>
        <p:nvSpPr>
          <p:cNvPr id="6" name="Title 5">
            <a:extLst>
              <a:ext uri="{FF2B5EF4-FFF2-40B4-BE49-F238E27FC236}">
                <a16:creationId xmlns:a16="http://schemas.microsoft.com/office/drawing/2014/main" id="{B5425E78-848C-4609-9757-B2209AC72BFE}"/>
              </a:ext>
            </a:extLst>
          </p:cNvPr>
          <p:cNvSpPr>
            <a:spLocks noGrp="1"/>
          </p:cNvSpPr>
          <p:nvPr>
            <p:ph type="title"/>
          </p:nvPr>
        </p:nvSpPr>
        <p:spPr/>
        <p:txBody>
          <a:bodyPr>
            <a:normAutofit/>
          </a:bodyPr>
          <a:lstStyle>
            <a:lvl1pPr>
              <a:lnSpc>
                <a:spcPct val="100000"/>
              </a:lnSpc>
              <a:defRPr sz="2800"/>
            </a:lvl1pPr>
          </a:lstStyle>
          <a:p>
            <a:r>
              <a:rPr lang="en-US" dirty="0"/>
              <a:t>Click to edit Master title style</a:t>
            </a:r>
          </a:p>
        </p:txBody>
      </p:sp>
      <p:sp>
        <p:nvSpPr>
          <p:cNvPr id="7" name="Date Placeholder 6">
            <a:extLst>
              <a:ext uri="{FF2B5EF4-FFF2-40B4-BE49-F238E27FC236}">
                <a16:creationId xmlns:a16="http://schemas.microsoft.com/office/drawing/2014/main" id="{DD5DB38B-1155-496E-B349-06A91C6792F5}"/>
              </a:ext>
            </a:extLst>
          </p:cNvPr>
          <p:cNvSpPr>
            <a:spLocks noGrp="1"/>
          </p:cNvSpPr>
          <p:nvPr>
            <p:ph type="dt" sz="half" idx="10"/>
          </p:nvPr>
        </p:nvSpPr>
        <p:spPr/>
        <p:txBody>
          <a:bodyPr/>
          <a:lstStyle/>
          <a:p>
            <a:fld id="{69E69C1B-3E71-4CCC-8B29-F0E5A9AE35F2}" type="datetime1">
              <a:rPr lang="en-IN" smtClean="0"/>
              <a:t>29-08-2025</a:t>
            </a:fld>
            <a:endParaRPr lang="en-IN" dirty="0"/>
          </a:p>
        </p:txBody>
      </p:sp>
      <p:sp>
        <p:nvSpPr>
          <p:cNvPr id="8" name="Footer Placeholder 7">
            <a:extLst>
              <a:ext uri="{FF2B5EF4-FFF2-40B4-BE49-F238E27FC236}">
                <a16:creationId xmlns:a16="http://schemas.microsoft.com/office/drawing/2014/main" id="{62F2DCAD-AC6C-4E1C-91DE-52AAE704FCC2}"/>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433733-358A-497B-958C-DA8520561189}"/>
              </a:ext>
            </a:extLst>
          </p:cNvPr>
          <p:cNvSpPr>
            <a:spLocks noGrp="1"/>
          </p:cNvSpPr>
          <p:nvPr>
            <p:ph type="sldNum" sz="quarter" idx="12"/>
          </p:nvPr>
        </p:nvSpPr>
        <p:spPr>
          <a:xfrm>
            <a:off x="11781707" y="6631730"/>
            <a:ext cx="407219" cy="176139"/>
          </a:xfrm>
          <a:prstGeom prst="rect">
            <a:avLst/>
          </a:prstGeom>
        </p:spPr>
        <p:txBody>
          <a:bodyPr/>
          <a:lstStyle/>
          <a:p>
            <a:fld id="{9B606DC3-B9BD-4519-8992-154CA46BED54}" type="slidenum">
              <a:rPr lang="en-IN" smtClean="0"/>
              <a:pPr/>
              <a:t>‹#›</a:t>
            </a:fld>
            <a:endParaRPr lang="en-IN" dirty="0"/>
          </a:p>
        </p:txBody>
      </p:sp>
      <p:sp>
        <p:nvSpPr>
          <p:cNvPr id="3" name="Text Placeholder 2">
            <a:extLst>
              <a:ext uri="{FF2B5EF4-FFF2-40B4-BE49-F238E27FC236}">
                <a16:creationId xmlns:a16="http://schemas.microsoft.com/office/drawing/2014/main" id="{C084209C-AD7A-458B-94E7-7658E9AB6D15}"/>
              </a:ext>
            </a:extLst>
          </p:cNvPr>
          <p:cNvSpPr>
            <a:spLocks noGrp="1"/>
          </p:cNvSpPr>
          <p:nvPr>
            <p:ph type="body" sz="quarter" idx="13"/>
          </p:nvPr>
        </p:nvSpPr>
        <p:spPr>
          <a:xfrm>
            <a:off x="190500" y="687175"/>
            <a:ext cx="11798300" cy="162491"/>
          </a:xfrm>
        </p:spPr>
        <p:txBody>
          <a:bodyPr anchor="ctr">
            <a:noAutofit/>
          </a:bodyPr>
          <a:lstStyle>
            <a:lvl1pPr marL="0" indent="0">
              <a:lnSpc>
                <a:spcPct val="100000"/>
              </a:lnSpc>
              <a:spcBef>
                <a:spcPts val="0"/>
              </a:spcBef>
              <a:buNone/>
              <a:defRPr sz="1000">
                <a:solidFill>
                  <a:schemeClr val="tx2">
                    <a:lumMod val="65000"/>
                    <a:lumOff val="35000"/>
                  </a:schemeClr>
                </a:solidFill>
              </a:defRPr>
            </a:lvl1pPr>
          </a:lstStyle>
          <a:p>
            <a:pPr lvl="0"/>
            <a:r>
              <a:rPr lang="en-US" dirty="0"/>
              <a:t>Click to edit Master text styles</a:t>
            </a:r>
          </a:p>
        </p:txBody>
      </p:sp>
    </p:spTree>
    <p:extLst>
      <p:ext uri="{BB962C8B-B14F-4D97-AF65-F5344CB8AC3E}">
        <p14:creationId xmlns:p14="http://schemas.microsoft.com/office/powerpoint/2010/main" val="40665861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cSld name="Two Content">
    <p:spTree>
      <p:nvGrpSpPr>
        <p:cNvPr id="1" name=""/>
        <p:cNvGrpSpPr/>
        <p:nvPr/>
      </p:nvGrpSpPr>
      <p:grpSpPr>
        <a:xfrm>
          <a:off x="0" y="0"/>
          <a:ext cx="0" cy="0"/>
          <a:chOff x="0" y="0"/>
          <a:chExt cx="0" cy="0"/>
        </a:xfrm>
      </p:grpSpPr>
      <p:sp>
        <p:nvSpPr>
          <p:cNvPr id="16" name="bk object 16"/>
          <p:cNvSpPr/>
          <p:nvPr/>
        </p:nvSpPr>
        <p:spPr>
          <a:xfrm>
            <a:off x="11175677" y="358771"/>
            <a:ext cx="160655" cy="121920"/>
          </a:xfrm>
          <a:custGeom>
            <a:avLst/>
            <a:gdLst/>
            <a:ahLst/>
            <a:cxnLst/>
            <a:rect l="l" t="t" r="r" b="b"/>
            <a:pathLst>
              <a:path w="160654" h="121920">
                <a:moveTo>
                  <a:pt x="30594" y="0"/>
                </a:moveTo>
                <a:lnTo>
                  <a:pt x="0" y="25590"/>
                </a:lnTo>
                <a:lnTo>
                  <a:pt x="80200" y="121373"/>
                </a:lnTo>
                <a:lnTo>
                  <a:pt x="132064" y="59207"/>
                </a:lnTo>
                <a:lnTo>
                  <a:pt x="80175" y="59207"/>
                </a:lnTo>
                <a:lnTo>
                  <a:pt x="30594" y="0"/>
                </a:lnTo>
                <a:close/>
              </a:path>
              <a:path w="160654" h="121920">
                <a:moveTo>
                  <a:pt x="129501" y="0"/>
                </a:moveTo>
                <a:lnTo>
                  <a:pt x="80175" y="59207"/>
                </a:lnTo>
                <a:lnTo>
                  <a:pt x="132064" y="59207"/>
                </a:lnTo>
                <a:lnTo>
                  <a:pt x="160121" y="25577"/>
                </a:lnTo>
                <a:lnTo>
                  <a:pt x="129501" y="0"/>
                </a:lnTo>
                <a:close/>
              </a:path>
            </a:pathLst>
          </a:custGeom>
          <a:solidFill>
            <a:srgbClr val="39302D"/>
          </a:solidFill>
        </p:spPr>
        <p:txBody>
          <a:bodyPr wrap="square" lIns="0" tIns="0" rIns="0" bIns="0" rtlCol="0"/>
          <a:lstStyle/>
          <a:p>
            <a:endParaRPr dirty="0"/>
          </a:p>
        </p:txBody>
      </p:sp>
      <p:sp>
        <p:nvSpPr>
          <p:cNvPr id="17" name="bk object 17"/>
          <p:cNvSpPr/>
          <p:nvPr/>
        </p:nvSpPr>
        <p:spPr>
          <a:xfrm>
            <a:off x="11257048" y="727102"/>
            <a:ext cx="139065" cy="136525"/>
          </a:xfrm>
          <a:custGeom>
            <a:avLst/>
            <a:gdLst/>
            <a:ahLst/>
            <a:cxnLst/>
            <a:rect l="l" t="t" r="r" b="b"/>
            <a:pathLst>
              <a:path w="139065" h="136525">
                <a:moveTo>
                  <a:pt x="20256" y="0"/>
                </a:moveTo>
                <a:lnTo>
                  <a:pt x="533" y="34213"/>
                </a:lnTo>
                <a:lnTo>
                  <a:pt x="58661" y="67665"/>
                </a:lnTo>
                <a:lnTo>
                  <a:pt x="0" y="101993"/>
                </a:lnTo>
                <a:lnTo>
                  <a:pt x="19761" y="136283"/>
                </a:lnTo>
                <a:lnTo>
                  <a:pt x="138480" y="68046"/>
                </a:lnTo>
                <a:lnTo>
                  <a:pt x="20256" y="0"/>
                </a:lnTo>
                <a:close/>
              </a:path>
            </a:pathLst>
          </a:custGeom>
          <a:solidFill>
            <a:srgbClr val="39302D"/>
          </a:solidFill>
        </p:spPr>
        <p:txBody>
          <a:bodyPr wrap="square" lIns="0" tIns="0" rIns="0" bIns="0" rtlCol="0"/>
          <a:lstStyle/>
          <a:p>
            <a:endParaRPr dirty="0"/>
          </a:p>
        </p:txBody>
      </p:sp>
      <p:sp>
        <p:nvSpPr>
          <p:cNvPr id="18" name="bk object 18"/>
          <p:cNvSpPr/>
          <p:nvPr/>
        </p:nvSpPr>
        <p:spPr>
          <a:xfrm>
            <a:off x="11319151" y="606788"/>
            <a:ext cx="116205" cy="164465"/>
          </a:xfrm>
          <a:custGeom>
            <a:avLst/>
            <a:gdLst/>
            <a:ahLst/>
            <a:cxnLst/>
            <a:rect l="l" t="t" r="r" b="b"/>
            <a:pathLst>
              <a:path w="116204" h="164465">
                <a:moveTo>
                  <a:pt x="115912" y="85420"/>
                </a:moveTo>
                <a:lnTo>
                  <a:pt x="75996" y="85420"/>
                </a:lnTo>
                <a:lnTo>
                  <a:pt x="75996" y="141312"/>
                </a:lnTo>
                <a:lnTo>
                  <a:pt x="115912" y="164337"/>
                </a:lnTo>
                <a:lnTo>
                  <a:pt x="115912" y="85420"/>
                </a:lnTo>
                <a:close/>
              </a:path>
              <a:path w="116204" h="164465">
                <a:moveTo>
                  <a:pt x="115912" y="0"/>
                </a:moveTo>
                <a:lnTo>
                  <a:pt x="0" y="97116"/>
                </a:lnTo>
                <a:lnTo>
                  <a:pt x="36791" y="118338"/>
                </a:lnTo>
                <a:lnTo>
                  <a:pt x="75996" y="85420"/>
                </a:lnTo>
                <a:lnTo>
                  <a:pt x="115912" y="85420"/>
                </a:lnTo>
                <a:lnTo>
                  <a:pt x="115912" y="0"/>
                </a:lnTo>
                <a:close/>
              </a:path>
            </a:pathLst>
          </a:custGeom>
          <a:solidFill>
            <a:srgbClr val="39302D"/>
          </a:solidFill>
        </p:spPr>
        <p:txBody>
          <a:bodyPr wrap="square" lIns="0" tIns="0" rIns="0" bIns="0" rtlCol="0"/>
          <a:lstStyle/>
          <a:p>
            <a:endParaRPr dirty="0"/>
          </a:p>
        </p:txBody>
      </p:sp>
      <p:sp>
        <p:nvSpPr>
          <p:cNvPr id="19" name="bk object 19"/>
          <p:cNvSpPr/>
          <p:nvPr/>
        </p:nvSpPr>
        <p:spPr>
          <a:xfrm>
            <a:off x="11183740" y="587526"/>
            <a:ext cx="212090" cy="104775"/>
          </a:xfrm>
          <a:custGeom>
            <a:avLst/>
            <a:gdLst/>
            <a:ahLst/>
            <a:cxnLst/>
            <a:rect l="l" t="t" r="r" b="b"/>
            <a:pathLst>
              <a:path w="212090" h="104775">
                <a:moveTo>
                  <a:pt x="211759" y="0"/>
                </a:moveTo>
                <a:lnTo>
                  <a:pt x="33451" y="0"/>
                </a:lnTo>
                <a:lnTo>
                  <a:pt x="0" y="39852"/>
                </a:lnTo>
                <a:lnTo>
                  <a:pt x="102184" y="39852"/>
                </a:lnTo>
                <a:lnTo>
                  <a:pt x="61290" y="74180"/>
                </a:lnTo>
                <a:lnTo>
                  <a:pt x="86944" y="104724"/>
                </a:lnTo>
                <a:lnTo>
                  <a:pt x="211759" y="0"/>
                </a:lnTo>
                <a:close/>
              </a:path>
            </a:pathLst>
          </a:custGeom>
          <a:solidFill>
            <a:srgbClr val="39302D"/>
          </a:solidFill>
        </p:spPr>
        <p:txBody>
          <a:bodyPr wrap="square" lIns="0" tIns="0" rIns="0" bIns="0" rtlCol="0"/>
          <a:lstStyle/>
          <a:p>
            <a:endParaRPr dirty="0"/>
          </a:p>
        </p:txBody>
      </p:sp>
      <p:sp>
        <p:nvSpPr>
          <p:cNvPr id="20" name="bk object 20"/>
          <p:cNvSpPr/>
          <p:nvPr/>
        </p:nvSpPr>
        <p:spPr>
          <a:xfrm>
            <a:off x="11036232" y="533086"/>
            <a:ext cx="174625" cy="109855"/>
          </a:xfrm>
          <a:custGeom>
            <a:avLst/>
            <a:gdLst/>
            <a:ahLst/>
            <a:cxnLst/>
            <a:rect l="l" t="t" r="r" b="b"/>
            <a:pathLst>
              <a:path w="174625" h="109854">
                <a:moveTo>
                  <a:pt x="174586" y="0"/>
                </a:moveTo>
                <a:lnTo>
                  <a:pt x="0" y="0"/>
                </a:lnTo>
                <a:lnTo>
                  <a:pt x="22898" y="39865"/>
                </a:lnTo>
                <a:lnTo>
                  <a:pt x="88823" y="39865"/>
                </a:lnTo>
                <a:lnTo>
                  <a:pt x="51981" y="83578"/>
                </a:lnTo>
                <a:lnTo>
                  <a:pt x="82511" y="109283"/>
                </a:lnTo>
                <a:lnTo>
                  <a:pt x="174586" y="0"/>
                </a:lnTo>
                <a:close/>
              </a:path>
            </a:pathLst>
          </a:custGeom>
          <a:solidFill>
            <a:srgbClr val="39302D"/>
          </a:solidFill>
        </p:spPr>
        <p:txBody>
          <a:bodyPr wrap="square" lIns="0" tIns="0" rIns="0" bIns="0" rtlCol="0"/>
          <a:lstStyle/>
          <a:p>
            <a:endParaRPr dirty="0"/>
          </a:p>
        </p:txBody>
      </p:sp>
      <p:sp>
        <p:nvSpPr>
          <p:cNvPr id="21" name="bk object 21"/>
          <p:cNvSpPr/>
          <p:nvPr/>
        </p:nvSpPr>
        <p:spPr>
          <a:xfrm>
            <a:off x="11036232" y="383913"/>
            <a:ext cx="179070" cy="109855"/>
          </a:xfrm>
          <a:custGeom>
            <a:avLst/>
            <a:gdLst/>
            <a:ahLst/>
            <a:cxnLst/>
            <a:rect l="l" t="t" r="r" b="b"/>
            <a:pathLst>
              <a:path w="179070" h="109854">
                <a:moveTo>
                  <a:pt x="86880" y="0"/>
                </a:moveTo>
                <a:lnTo>
                  <a:pt x="56349" y="25692"/>
                </a:lnTo>
                <a:lnTo>
                  <a:pt x="93192" y="69418"/>
                </a:lnTo>
                <a:lnTo>
                  <a:pt x="22898" y="69418"/>
                </a:lnTo>
                <a:lnTo>
                  <a:pt x="0" y="109270"/>
                </a:lnTo>
                <a:lnTo>
                  <a:pt x="178955" y="109270"/>
                </a:lnTo>
                <a:lnTo>
                  <a:pt x="86880" y="0"/>
                </a:lnTo>
                <a:close/>
              </a:path>
            </a:pathLst>
          </a:custGeom>
          <a:solidFill>
            <a:srgbClr val="39302D"/>
          </a:solidFill>
        </p:spPr>
        <p:txBody>
          <a:bodyPr wrap="square" lIns="0" tIns="0" rIns="0" bIns="0" rtlCol="0"/>
          <a:lstStyle/>
          <a:p>
            <a:endParaRPr dirty="0"/>
          </a:p>
        </p:txBody>
      </p:sp>
      <p:sp>
        <p:nvSpPr>
          <p:cNvPr id="22" name="bk object 22"/>
          <p:cNvSpPr/>
          <p:nvPr/>
        </p:nvSpPr>
        <p:spPr>
          <a:xfrm>
            <a:off x="11250575" y="375659"/>
            <a:ext cx="145415" cy="172085"/>
          </a:xfrm>
          <a:custGeom>
            <a:avLst/>
            <a:gdLst/>
            <a:ahLst/>
            <a:cxnLst/>
            <a:rect l="l" t="t" r="r" b="b"/>
            <a:pathLst>
              <a:path w="145415" h="172084">
                <a:moveTo>
                  <a:pt x="144932" y="0"/>
                </a:moveTo>
                <a:lnTo>
                  <a:pt x="0" y="172008"/>
                </a:lnTo>
                <a:lnTo>
                  <a:pt x="52171" y="172008"/>
                </a:lnTo>
                <a:lnTo>
                  <a:pt x="105028" y="109283"/>
                </a:lnTo>
                <a:lnTo>
                  <a:pt x="144924" y="109283"/>
                </a:lnTo>
                <a:lnTo>
                  <a:pt x="144932" y="0"/>
                </a:lnTo>
                <a:close/>
              </a:path>
              <a:path w="145415" h="172084">
                <a:moveTo>
                  <a:pt x="144924" y="109283"/>
                </a:moveTo>
                <a:lnTo>
                  <a:pt x="105028" y="109283"/>
                </a:lnTo>
                <a:lnTo>
                  <a:pt x="105016" y="172008"/>
                </a:lnTo>
                <a:lnTo>
                  <a:pt x="144919" y="172008"/>
                </a:lnTo>
                <a:lnTo>
                  <a:pt x="144924" y="109283"/>
                </a:lnTo>
                <a:close/>
              </a:path>
            </a:pathLst>
          </a:custGeom>
          <a:solidFill>
            <a:srgbClr val="39302D"/>
          </a:solidFill>
        </p:spPr>
        <p:txBody>
          <a:bodyPr wrap="square" lIns="0" tIns="0" rIns="0" bIns="0" rtlCol="0"/>
          <a:lstStyle/>
          <a:p>
            <a:endParaRPr dirty="0"/>
          </a:p>
        </p:txBody>
      </p:sp>
      <p:sp>
        <p:nvSpPr>
          <p:cNvPr id="23" name="bk object 23"/>
          <p:cNvSpPr/>
          <p:nvPr/>
        </p:nvSpPr>
        <p:spPr>
          <a:xfrm>
            <a:off x="11435382" y="406524"/>
            <a:ext cx="108585" cy="179070"/>
          </a:xfrm>
          <a:custGeom>
            <a:avLst/>
            <a:gdLst/>
            <a:ahLst/>
            <a:cxnLst/>
            <a:rect l="l" t="t" r="r" b="b"/>
            <a:pathLst>
              <a:path w="108584" h="179070">
                <a:moveTo>
                  <a:pt x="0" y="0"/>
                </a:moveTo>
                <a:lnTo>
                  <a:pt x="0" y="178841"/>
                </a:lnTo>
                <a:lnTo>
                  <a:pt x="108432" y="128193"/>
                </a:lnTo>
                <a:lnTo>
                  <a:pt x="98274" y="116179"/>
                </a:lnTo>
                <a:lnTo>
                  <a:pt x="39903" y="116179"/>
                </a:lnTo>
                <a:lnTo>
                  <a:pt x="39903" y="47180"/>
                </a:lnTo>
                <a:lnTo>
                  <a:pt x="0" y="0"/>
                </a:lnTo>
                <a:close/>
              </a:path>
              <a:path w="108584" h="179070">
                <a:moveTo>
                  <a:pt x="81749" y="96634"/>
                </a:moveTo>
                <a:lnTo>
                  <a:pt x="39903" y="116179"/>
                </a:lnTo>
                <a:lnTo>
                  <a:pt x="98274" y="116179"/>
                </a:lnTo>
                <a:lnTo>
                  <a:pt x="81749" y="96634"/>
                </a:lnTo>
                <a:close/>
              </a:path>
            </a:pathLst>
          </a:custGeom>
          <a:solidFill>
            <a:srgbClr val="39302D"/>
          </a:solidFill>
        </p:spPr>
        <p:txBody>
          <a:bodyPr wrap="square" lIns="0" tIns="0" rIns="0" bIns="0" rtlCol="0"/>
          <a:lstStyle/>
          <a:p>
            <a:endParaRPr dirty="0"/>
          </a:p>
        </p:txBody>
      </p:sp>
      <p:sp>
        <p:nvSpPr>
          <p:cNvPr id="24" name="bk object 24"/>
          <p:cNvSpPr/>
          <p:nvPr/>
        </p:nvSpPr>
        <p:spPr>
          <a:xfrm>
            <a:off x="11474833" y="587505"/>
            <a:ext cx="194310" cy="161925"/>
          </a:xfrm>
          <a:custGeom>
            <a:avLst/>
            <a:gdLst/>
            <a:ahLst/>
            <a:cxnLst/>
            <a:rect l="l" t="t" r="r" b="b"/>
            <a:pathLst>
              <a:path w="194309" h="161925">
                <a:moveTo>
                  <a:pt x="194043" y="0"/>
                </a:moveTo>
                <a:lnTo>
                  <a:pt x="0" y="0"/>
                </a:lnTo>
                <a:lnTo>
                  <a:pt x="0" y="40970"/>
                </a:lnTo>
                <a:lnTo>
                  <a:pt x="81026" y="40970"/>
                </a:lnTo>
                <a:lnTo>
                  <a:pt x="0" y="108267"/>
                </a:lnTo>
                <a:lnTo>
                  <a:pt x="0" y="161607"/>
                </a:lnTo>
                <a:lnTo>
                  <a:pt x="194043" y="0"/>
                </a:lnTo>
                <a:close/>
              </a:path>
            </a:pathLst>
          </a:custGeom>
          <a:solidFill>
            <a:srgbClr val="39302D"/>
          </a:solidFill>
        </p:spPr>
        <p:txBody>
          <a:bodyPr wrap="square" lIns="0" tIns="0" rIns="0" bIns="0" rtlCol="0"/>
          <a:lstStyle/>
          <a:p>
            <a:endParaRPr dirty="0"/>
          </a:p>
        </p:txBody>
      </p:sp>
      <p:sp>
        <p:nvSpPr>
          <p:cNvPr id="25" name="bk object 25"/>
          <p:cNvSpPr/>
          <p:nvPr/>
        </p:nvSpPr>
        <p:spPr>
          <a:xfrm>
            <a:off x="11435370" y="761104"/>
            <a:ext cx="98425" cy="200025"/>
          </a:xfrm>
          <a:custGeom>
            <a:avLst/>
            <a:gdLst/>
            <a:ahLst/>
            <a:cxnLst/>
            <a:rect l="l" t="t" r="r" b="b"/>
            <a:pathLst>
              <a:path w="98425" h="200025">
                <a:moveTo>
                  <a:pt x="97955" y="0"/>
                </a:moveTo>
                <a:lnTo>
                  <a:pt x="0" y="56781"/>
                </a:lnTo>
                <a:lnTo>
                  <a:pt x="0" y="199809"/>
                </a:lnTo>
                <a:lnTo>
                  <a:pt x="40322" y="176542"/>
                </a:lnTo>
                <a:lnTo>
                  <a:pt x="40322" y="79921"/>
                </a:lnTo>
                <a:lnTo>
                  <a:pt x="97955" y="46520"/>
                </a:lnTo>
                <a:lnTo>
                  <a:pt x="97955" y="0"/>
                </a:lnTo>
                <a:close/>
              </a:path>
            </a:pathLst>
          </a:custGeom>
          <a:solidFill>
            <a:srgbClr val="39302D"/>
          </a:solidFill>
        </p:spPr>
        <p:txBody>
          <a:bodyPr wrap="square" lIns="0" tIns="0" rIns="0" bIns="0" rtlCol="0"/>
          <a:lstStyle/>
          <a:p>
            <a:endParaRPr dirty="0"/>
          </a:p>
        </p:txBody>
      </p:sp>
      <p:sp>
        <p:nvSpPr>
          <p:cNvPr id="26" name="bk object 26"/>
          <p:cNvSpPr/>
          <p:nvPr/>
        </p:nvSpPr>
        <p:spPr>
          <a:xfrm>
            <a:off x="11291288" y="840814"/>
            <a:ext cx="104775" cy="165735"/>
          </a:xfrm>
          <a:custGeom>
            <a:avLst/>
            <a:gdLst/>
            <a:ahLst/>
            <a:cxnLst/>
            <a:rect l="l" t="t" r="r" b="b"/>
            <a:pathLst>
              <a:path w="104775" h="165734">
                <a:moveTo>
                  <a:pt x="104228" y="69037"/>
                </a:moveTo>
                <a:lnTo>
                  <a:pt x="64363" y="69037"/>
                </a:lnTo>
                <a:lnTo>
                  <a:pt x="64363" y="165658"/>
                </a:lnTo>
                <a:lnTo>
                  <a:pt x="104228" y="142646"/>
                </a:lnTo>
                <a:lnTo>
                  <a:pt x="104228" y="69037"/>
                </a:lnTo>
                <a:close/>
              </a:path>
              <a:path w="104775" h="165734">
                <a:moveTo>
                  <a:pt x="104228" y="0"/>
                </a:moveTo>
                <a:lnTo>
                  <a:pt x="0" y="60185"/>
                </a:lnTo>
                <a:lnTo>
                  <a:pt x="19938" y="94691"/>
                </a:lnTo>
                <a:lnTo>
                  <a:pt x="64363" y="69037"/>
                </a:lnTo>
                <a:lnTo>
                  <a:pt x="104228" y="69037"/>
                </a:lnTo>
                <a:lnTo>
                  <a:pt x="104228" y="0"/>
                </a:lnTo>
                <a:close/>
              </a:path>
            </a:pathLst>
          </a:custGeom>
          <a:solidFill>
            <a:srgbClr val="39302D"/>
          </a:solid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3450" b="1" i="0">
                <a:solidFill>
                  <a:schemeClr val="bg1"/>
                </a:solidFill>
                <a:latin typeface="Averta-Black"/>
                <a:cs typeface="Averta-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443662" y="1806605"/>
            <a:ext cx="5213984" cy="4127500"/>
          </a:xfrm>
          <a:prstGeom prst="rect">
            <a:avLst/>
          </a:prstGeom>
        </p:spPr>
        <p:txBody>
          <a:bodyPr wrap="square" lIns="0" tIns="0" rIns="0" bIns="0">
            <a:spAutoFit/>
          </a:bodyPr>
          <a:lstStyle>
            <a:lvl1pPr>
              <a:defRPr sz="1400" b="0" i="0">
                <a:solidFill>
                  <a:srgbClr val="403937"/>
                </a:solidFill>
                <a:latin typeface="Century Gothic"/>
                <a:cs typeface="Century Gothic"/>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7" name="Holder 7"/>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65" dirty="0"/>
              <a:t> </a:t>
            </a:r>
            <a:fld id="{81D60167-4931-47E6-BA6A-407CBD079E47}" type="slidenum">
              <a:rPr dirty="0"/>
              <a:t>‹#›</a:t>
            </a:fld>
            <a:endParaRPr dirty="0"/>
          </a:p>
        </p:txBody>
      </p:sp>
    </p:spTree>
    <p:extLst>
      <p:ext uri="{BB962C8B-B14F-4D97-AF65-F5344CB8AC3E}">
        <p14:creationId xmlns:p14="http://schemas.microsoft.com/office/powerpoint/2010/main" val="12060374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pPr/>
              <a:t>8/29/2025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dirty="0">
              <a:solidFill>
                <a:prstClr val="black">
                  <a:tint val="75000"/>
                </a:prstClr>
              </a:solidFill>
            </a:endParaRPr>
          </a:p>
        </p:txBody>
      </p:sp>
      <p:sp>
        <p:nvSpPr>
          <p:cNvPr id="6" name="Title 1"/>
          <p:cNvSpPr>
            <a:spLocks noGrp="1"/>
          </p:cNvSpPr>
          <p:nvPr>
            <p:ph type="title"/>
          </p:nvPr>
        </p:nvSpPr>
        <p:spPr>
          <a:xfrm>
            <a:off x="609600" y="274641"/>
            <a:ext cx="10972801" cy="715961"/>
          </a:xfrm>
        </p:spPr>
        <p:txBody>
          <a:bodyPr>
            <a:normAutofit/>
          </a:bodyPr>
          <a:lstStyle>
            <a:lvl1pPr algn="l">
              <a:defRPr sz="3732">
                <a:solidFill>
                  <a:schemeClr val="tx1">
                    <a:lumMod val="65000"/>
                    <a:lumOff val="35000"/>
                  </a:schemeClr>
                </a:solidFill>
              </a:defRPr>
            </a:lvl1pPr>
          </a:lstStyle>
          <a:p>
            <a:r>
              <a:rPr lang="en-US"/>
              <a:t>Click to edit Master title style</a:t>
            </a:r>
          </a:p>
        </p:txBody>
      </p:sp>
    </p:spTree>
    <p:extLst>
      <p:ext uri="{BB962C8B-B14F-4D97-AF65-F5344CB8AC3E}">
        <p14:creationId xmlns:p14="http://schemas.microsoft.com/office/powerpoint/2010/main" val="26029454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20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BAAC391-3E17-4130-83E5-8A37E61F4328}" type="datetime1">
              <a:rPr lang="zh-CN" altLang="en-US" smtClean="0"/>
              <a:t>2025/8/29</a:t>
            </a:fld>
            <a:endParaRPr lang="zh-CN" altLang="en-US"/>
          </a:p>
        </p:txBody>
      </p:sp>
      <p:sp>
        <p:nvSpPr>
          <p:cNvPr id="4" name="页脚占位符 3"/>
          <p:cNvSpPr>
            <a:spLocks noGrp="1"/>
          </p:cNvSpPr>
          <p:nvPr>
            <p:ph type="ftr" sz="quarter" idx="11"/>
          </p:nvPr>
        </p:nvSpPr>
        <p:spPr/>
        <p:txBody>
          <a:bodyPr/>
          <a:lstStyle/>
          <a:p>
            <a:r>
              <a:rPr lang="en-US" altLang="zh-CN" b="1" dirty="0">
                <a:solidFill>
                  <a:schemeClr val="accent4"/>
                </a:solidFill>
              </a:rPr>
              <a:t>BusinessPlan</a:t>
            </a:r>
            <a:r>
              <a:rPr lang="en-US" altLang="zh-CN" dirty="0">
                <a:solidFill>
                  <a:schemeClr val="accent1">
                    <a:lumMod val="75000"/>
                  </a:schemeClr>
                </a:solidFill>
              </a:rPr>
              <a:t> </a:t>
            </a:r>
            <a:r>
              <a:rPr lang="en-US" altLang="zh-CN" b="1" dirty="0">
                <a:solidFill>
                  <a:schemeClr val="accent3">
                    <a:lumMod val="75000"/>
                  </a:schemeClr>
                </a:solidFill>
              </a:rPr>
              <a:t>PPT Template</a:t>
            </a:r>
            <a:endParaRPr lang="zh-CN" altLang="en-US" b="1" dirty="0">
              <a:solidFill>
                <a:schemeClr val="accent3">
                  <a:lumMod val="75000"/>
                </a:scheme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dirty="0"/>
          </a:p>
        </p:txBody>
      </p:sp>
      <p:grpSp>
        <p:nvGrpSpPr>
          <p:cNvPr id="23" name="组合 22"/>
          <p:cNvGrpSpPr/>
          <p:nvPr userDrawn="1"/>
        </p:nvGrpSpPr>
        <p:grpSpPr>
          <a:xfrm>
            <a:off x="620396" y="1537614"/>
            <a:ext cx="796695" cy="99002"/>
            <a:chOff x="1457011" y="3812591"/>
            <a:chExt cx="931140" cy="130628"/>
          </a:xfrm>
        </p:grpSpPr>
        <p:sp>
          <p:nvSpPr>
            <p:cNvPr id="24" name="椭圆 23"/>
            <p:cNvSpPr/>
            <p:nvPr userDrawn="1"/>
          </p:nvSpPr>
          <p:spPr>
            <a:xfrm>
              <a:off x="1457011" y="3812591"/>
              <a:ext cx="130628" cy="1306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sp>
          <p:nvSpPr>
            <p:cNvPr id="25" name="椭圆 24"/>
            <p:cNvSpPr/>
            <p:nvPr userDrawn="1"/>
          </p:nvSpPr>
          <p:spPr>
            <a:xfrm>
              <a:off x="1719942" y="3812591"/>
              <a:ext cx="130628" cy="13062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sp>
          <p:nvSpPr>
            <p:cNvPr id="26" name="椭圆 25"/>
            <p:cNvSpPr/>
            <p:nvPr userDrawn="1"/>
          </p:nvSpPr>
          <p:spPr>
            <a:xfrm>
              <a:off x="1986221" y="3812591"/>
              <a:ext cx="130628" cy="130628"/>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sp>
          <p:nvSpPr>
            <p:cNvPr id="30" name="椭圆 29"/>
            <p:cNvSpPr/>
            <p:nvPr userDrawn="1"/>
          </p:nvSpPr>
          <p:spPr>
            <a:xfrm>
              <a:off x="2257523" y="3812591"/>
              <a:ext cx="130628" cy="1306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grpSp>
      <p:sp>
        <p:nvSpPr>
          <p:cNvPr id="19" name="文本占位符 8"/>
          <p:cNvSpPr>
            <a:spLocks noGrp="1"/>
          </p:cNvSpPr>
          <p:nvPr>
            <p:ph type="body" sz="quarter" idx="13" hasCustomPrompt="1"/>
          </p:nvPr>
        </p:nvSpPr>
        <p:spPr>
          <a:xfrm>
            <a:off x="485716" y="434970"/>
            <a:ext cx="5346032" cy="787090"/>
          </a:xfrm>
          <a:prstGeom prst="rect">
            <a:avLst/>
          </a:prstGeom>
        </p:spPr>
        <p:txBody>
          <a:bodyPr/>
          <a:lstStyle>
            <a:lvl1pPr marL="0" indent="0" algn="l">
              <a:buNone/>
              <a:defRPr sz="5850">
                <a:solidFill>
                  <a:schemeClr val="tx1">
                    <a:lumMod val="75000"/>
                    <a:lumOff val="25000"/>
                  </a:schemeClr>
                </a:solidFill>
                <a:effectLst/>
              </a:defRPr>
            </a:lvl1pPr>
          </a:lstStyle>
          <a:p>
            <a:r>
              <a:rPr lang="en-US" altLang="zh-CN" sz="2100" b="1" dirty="0">
                <a:solidFill>
                  <a:schemeClr val="tx1">
                    <a:lumMod val="75000"/>
                    <a:lumOff val="25000"/>
                  </a:schemeClr>
                </a:solidFill>
                <a:latin typeface="Arial" panose="020B0604020202020204" pitchFamily="34" charset="0"/>
                <a:ea typeface="微软雅黑" panose="020B0503020204020204" charset="-122"/>
              </a:rPr>
              <a:t>Timeline</a:t>
            </a:r>
          </a:p>
        </p:txBody>
      </p:sp>
      <p:sp>
        <p:nvSpPr>
          <p:cNvPr id="20" name="文本占位符 7"/>
          <p:cNvSpPr>
            <a:spLocks noGrp="1"/>
          </p:cNvSpPr>
          <p:nvPr>
            <p:ph type="body" sz="quarter" idx="15" hasCustomPrompt="1"/>
          </p:nvPr>
        </p:nvSpPr>
        <p:spPr>
          <a:xfrm>
            <a:off x="485716" y="890366"/>
            <a:ext cx="4736492" cy="365125"/>
          </a:xfrm>
        </p:spPr>
        <p:txBody>
          <a:bodyPr/>
          <a:lstStyle>
            <a:lvl1pPr marL="0" indent="0">
              <a:buNone/>
              <a:defRPr>
                <a:solidFill>
                  <a:schemeClr val="accent4">
                    <a:lumMod val="60000"/>
                    <a:lumOff val="40000"/>
                  </a:schemeClr>
                </a:solidFill>
              </a:defRPr>
            </a:lvl1pPr>
          </a:lstStyle>
          <a:p>
            <a:r>
              <a:rPr lang="en-US" altLang="zh-CN" sz="2000" b="1" dirty="0">
                <a:solidFill>
                  <a:schemeClr val="tx1">
                    <a:lumMod val="75000"/>
                    <a:lumOff val="25000"/>
                  </a:schemeClr>
                </a:solidFill>
                <a:latin typeface="Arial" panose="020B0604020202020204" pitchFamily="34" charset="0"/>
                <a:ea typeface="微软雅黑" panose="020B0503020204020204" charset="-122"/>
              </a:rPr>
              <a:t>Click here to add a subtitle</a:t>
            </a:r>
            <a:endParaRPr lang="zh-CN" altLang="en-US" sz="2000" b="1" dirty="0">
              <a:solidFill>
                <a:schemeClr val="tx1">
                  <a:lumMod val="75000"/>
                  <a:lumOff val="25000"/>
                </a:schemeClr>
              </a:solidFill>
              <a:latin typeface="Arial" panose="020B0604020202020204" pitchFamily="34" charset="0"/>
              <a:ea typeface="微软雅黑" panose="020B0503020204020204" charset="-122"/>
            </a:endParaRPr>
          </a:p>
        </p:txBody>
      </p:sp>
      <p:sp>
        <p:nvSpPr>
          <p:cNvPr id="42" name="文本占位符 17"/>
          <p:cNvSpPr>
            <a:spLocks noGrp="1"/>
          </p:cNvSpPr>
          <p:nvPr>
            <p:ph type="body" sz="quarter" idx="210" hasCustomPrompt="1"/>
          </p:nvPr>
        </p:nvSpPr>
        <p:spPr>
          <a:xfrm>
            <a:off x="688764" y="4590277"/>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43" name="文本占位符 17"/>
          <p:cNvSpPr>
            <a:spLocks noGrp="1"/>
          </p:cNvSpPr>
          <p:nvPr>
            <p:ph type="body" sz="quarter" idx="211" hasCustomPrompt="1"/>
          </p:nvPr>
        </p:nvSpPr>
        <p:spPr>
          <a:xfrm>
            <a:off x="627221" y="4926404"/>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1" name="文本占位符 17"/>
          <p:cNvSpPr>
            <a:spLocks noGrp="1"/>
          </p:cNvSpPr>
          <p:nvPr>
            <p:ph type="body" sz="quarter" idx="212" hasCustomPrompt="1"/>
          </p:nvPr>
        </p:nvSpPr>
        <p:spPr>
          <a:xfrm>
            <a:off x="2894176" y="2093215"/>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2" name="文本占位符 17"/>
          <p:cNvSpPr>
            <a:spLocks noGrp="1"/>
          </p:cNvSpPr>
          <p:nvPr>
            <p:ph type="body" sz="quarter" idx="213" hasCustomPrompt="1"/>
          </p:nvPr>
        </p:nvSpPr>
        <p:spPr>
          <a:xfrm>
            <a:off x="2832633" y="2429342"/>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3" name="文本占位符 17"/>
          <p:cNvSpPr>
            <a:spLocks noGrp="1"/>
          </p:cNvSpPr>
          <p:nvPr>
            <p:ph type="body" sz="quarter" idx="214" hasCustomPrompt="1"/>
          </p:nvPr>
        </p:nvSpPr>
        <p:spPr>
          <a:xfrm>
            <a:off x="5031223" y="4590277"/>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4" name="文本占位符 17"/>
          <p:cNvSpPr>
            <a:spLocks noGrp="1"/>
          </p:cNvSpPr>
          <p:nvPr>
            <p:ph type="body" sz="quarter" idx="215" hasCustomPrompt="1"/>
          </p:nvPr>
        </p:nvSpPr>
        <p:spPr>
          <a:xfrm>
            <a:off x="4969680" y="4926404"/>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5" name="文本占位符 17"/>
          <p:cNvSpPr>
            <a:spLocks noGrp="1"/>
          </p:cNvSpPr>
          <p:nvPr>
            <p:ph type="body" sz="quarter" idx="216" hasCustomPrompt="1"/>
          </p:nvPr>
        </p:nvSpPr>
        <p:spPr>
          <a:xfrm>
            <a:off x="7236635" y="2093215"/>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6" name="文本占位符 17"/>
          <p:cNvSpPr>
            <a:spLocks noGrp="1"/>
          </p:cNvSpPr>
          <p:nvPr>
            <p:ph type="body" sz="quarter" idx="217" hasCustomPrompt="1"/>
          </p:nvPr>
        </p:nvSpPr>
        <p:spPr>
          <a:xfrm>
            <a:off x="7175092" y="2429342"/>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8" name="文本占位符 17"/>
          <p:cNvSpPr>
            <a:spLocks noGrp="1"/>
          </p:cNvSpPr>
          <p:nvPr>
            <p:ph type="body" sz="quarter" idx="218" hasCustomPrompt="1"/>
          </p:nvPr>
        </p:nvSpPr>
        <p:spPr>
          <a:xfrm>
            <a:off x="9373681" y="4590277"/>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9" name="文本占位符 17"/>
          <p:cNvSpPr>
            <a:spLocks noGrp="1"/>
          </p:cNvSpPr>
          <p:nvPr>
            <p:ph type="body" sz="quarter" idx="219" hasCustomPrompt="1"/>
          </p:nvPr>
        </p:nvSpPr>
        <p:spPr>
          <a:xfrm>
            <a:off x="9312139" y="4926404"/>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Tree>
    <p:extLst>
      <p:ext uri="{BB962C8B-B14F-4D97-AF65-F5344CB8AC3E}">
        <p14:creationId xmlns:p14="http://schemas.microsoft.com/office/powerpoint/2010/main" val="40452012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3_Title and Content">
    <p:spTree>
      <p:nvGrpSpPr>
        <p:cNvPr id="1" name=""/>
        <p:cNvGrpSpPr/>
        <p:nvPr/>
      </p:nvGrpSpPr>
      <p:grpSpPr>
        <a:xfrm>
          <a:off x="0" y="0"/>
          <a:ext cx="0" cy="0"/>
          <a:chOff x="0" y="0"/>
          <a:chExt cx="0" cy="0"/>
        </a:xfrm>
      </p:grpSpPr>
      <p:sp>
        <p:nvSpPr>
          <p:cNvPr id="7" name="Rectangle 6"/>
          <p:cNvSpPr/>
          <p:nvPr userDrawn="1"/>
        </p:nvSpPr>
        <p:spPr>
          <a:xfrm>
            <a:off x="609600" y="196800"/>
            <a:ext cx="1625600" cy="4128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Shape 19"/>
          <p:cNvSpPr/>
          <p:nvPr userDrawn="1"/>
        </p:nvSpPr>
        <p:spPr>
          <a:xfrm>
            <a:off x="737317" y="897518"/>
            <a:ext cx="10184527" cy="1"/>
          </a:xfrm>
          <a:prstGeom prst="line">
            <a:avLst/>
          </a:prstGeom>
          <a:ln w="38100">
            <a:solidFill>
              <a:srgbClr val="0070B9"/>
            </a:solidFill>
            <a:miter lim="400000"/>
          </a:ln>
        </p:spPr>
        <p:txBody>
          <a:bodyPr lIns="35719" tIns="35719" rIns="35719" bIns="35719" anchor="ctr"/>
          <a:lstStyle/>
          <a:p>
            <a:pPr marL="0" marR="0" lvl="0" indent="0" algn="ctr" defTabSz="410751" rtl="0" eaLnBrk="1" fontAlgn="auto" latinLnBrk="0" hangingPunct="0">
              <a:lnSpc>
                <a:spcPct val="100000"/>
              </a:lnSpc>
              <a:spcBef>
                <a:spcPts val="0"/>
              </a:spcBef>
              <a:spcAft>
                <a:spcPts val="0"/>
              </a:spcAft>
              <a:buClrTx/>
              <a:buSzTx/>
              <a:buFontTx/>
              <a:buNone/>
              <a:tabLst/>
              <a:defRPr sz="2400"/>
            </a:pPr>
            <a:endParaRPr kumimoji="0" sz="1687" b="0" i="0" u="none" strike="noStrike" kern="0" cap="none" spc="0" normalizeH="0" baseline="0" noProof="0">
              <a:ln>
                <a:noFill/>
              </a:ln>
              <a:solidFill>
                <a:srgbClr val="000000"/>
              </a:solidFill>
              <a:effectLst/>
              <a:uLnTx/>
              <a:uFillTx/>
              <a:latin typeface="Helvetica Light"/>
              <a:ea typeface="+mn-ea"/>
              <a:cs typeface="+mn-cs"/>
              <a:sym typeface="Helvetica Light"/>
            </a:endParaRPr>
          </a:p>
        </p:txBody>
      </p:sp>
    </p:spTree>
    <p:extLst>
      <p:ext uri="{BB962C8B-B14F-4D97-AF65-F5344CB8AC3E}">
        <p14:creationId xmlns:p14="http://schemas.microsoft.com/office/powerpoint/2010/main" val="1183125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0FBEAED-AA1E-4570-9020-AAD35CD89C00}"/>
              </a:ext>
            </a:extLst>
          </p:cNvPr>
          <p:cNvSpPr>
            <a:spLocks noGrp="1"/>
          </p:cNvSpPr>
          <p:nvPr>
            <p:ph type="dt" sz="half" idx="10"/>
          </p:nvPr>
        </p:nvSpPr>
        <p:spPr/>
        <p:txBody>
          <a:bodyPr/>
          <a:lstStyle/>
          <a:p>
            <a:fld id="{3852173F-80DA-4FE3-A666-C121425D3857}" type="datetime1">
              <a:rPr lang="en-US" smtClean="0"/>
              <a:t>8/29/2025</a:t>
            </a:fld>
            <a:endParaRPr lang="en-US" dirty="0"/>
          </a:p>
        </p:txBody>
      </p:sp>
      <p:sp>
        <p:nvSpPr>
          <p:cNvPr id="4" name="Footer Placeholder 3">
            <a:extLst>
              <a:ext uri="{FF2B5EF4-FFF2-40B4-BE49-F238E27FC236}">
                <a16:creationId xmlns:a16="http://schemas.microsoft.com/office/drawing/2014/main" id="{B4464E85-58CD-463F-8812-0EC221DDF43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3F55BFB-B1F2-4D05-9E18-BD34394D21A1}"/>
              </a:ext>
            </a:extLst>
          </p:cNvPr>
          <p:cNvSpPr>
            <a:spLocks noGrp="1"/>
          </p:cNvSpPr>
          <p:nvPr>
            <p:ph type="sldNum" sz="quarter" idx="12"/>
          </p:nvPr>
        </p:nvSpPr>
        <p:spPr/>
        <p:txBody>
          <a:bodyPr/>
          <a:lstStyle/>
          <a:p>
            <a:fld id="{7E653CDB-E8DC-4D23-B7E7-79510F0CD256}" type="slidenum">
              <a:rPr lang="en-US" smtClean="0"/>
              <a:t>‹#›</a:t>
            </a:fld>
            <a:endParaRPr lang="en-US" dirty="0"/>
          </a:p>
        </p:txBody>
      </p:sp>
      <p:sp>
        <p:nvSpPr>
          <p:cNvPr id="7" name="Text Placeholder 6">
            <a:extLst>
              <a:ext uri="{FF2B5EF4-FFF2-40B4-BE49-F238E27FC236}">
                <a16:creationId xmlns:a16="http://schemas.microsoft.com/office/drawing/2014/main" id="{0714325E-C5EF-4B0C-AB3D-2ACB9B10D9DC}"/>
              </a:ext>
            </a:extLst>
          </p:cNvPr>
          <p:cNvSpPr>
            <a:spLocks noGrp="1"/>
          </p:cNvSpPr>
          <p:nvPr>
            <p:ph type="body" sz="quarter" idx="13" hasCustomPrompt="1"/>
          </p:nvPr>
        </p:nvSpPr>
        <p:spPr>
          <a:xfrm>
            <a:off x="177797" y="705062"/>
            <a:ext cx="11860916" cy="228600"/>
          </a:xfrm>
        </p:spPr>
        <p:txBody>
          <a:bodyPr anchor="t">
            <a:noAutofit/>
          </a:bodyPr>
          <a:lstStyle>
            <a:lvl1pPr marL="0" indent="0">
              <a:lnSpc>
                <a:spcPct val="100000"/>
              </a:lnSpc>
              <a:spcBef>
                <a:spcPts val="0"/>
              </a:spcBef>
              <a:buNone/>
              <a:defRPr sz="900">
                <a:solidFill>
                  <a:schemeClr val="tx2">
                    <a:lumMod val="65000"/>
                    <a:lumOff val="35000"/>
                  </a:schemeClr>
                </a:solidFill>
              </a:defRPr>
            </a:lvl1pPr>
          </a:lstStyle>
          <a:p>
            <a:pPr lvl="0"/>
            <a:r>
              <a:rPr lang="en-US" dirty="0"/>
              <a:t>Click to edit Master text styles</a:t>
            </a:r>
          </a:p>
        </p:txBody>
      </p:sp>
      <p:sp>
        <p:nvSpPr>
          <p:cNvPr id="2" name="Title 1">
            <a:extLst>
              <a:ext uri="{FF2B5EF4-FFF2-40B4-BE49-F238E27FC236}">
                <a16:creationId xmlns:a16="http://schemas.microsoft.com/office/drawing/2014/main" id="{FBEF5401-4F1D-4D06-9F79-A747EF714674}"/>
              </a:ext>
            </a:extLst>
          </p:cNvPr>
          <p:cNvSpPr>
            <a:spLocks noGrp="1"/>
          </p:cNvSpPr>
          <p:nvPr>
            <p:ph type="title"/>
          </p:nvPr>
        </p:nvSpPr>
        <p:spPr>
          <a:xfrm>
            <a:off x="177800" y="162106"/>
            <a:ext cx="11862688" cy="528814"/>
          </a:xfrm>
        </p:spPr>
        <p:txBody>
          <a:bodyPr/>
          <a:lstStyle>
            <a:lvl1pPr>
              <a:defRPr>
                <a:solidFill>
                  <a:schemeClr val="tx2">
                    <a:lumMod val="85000"/>
                    <a:lumOff val="15000"/>
                  </a:schemeClr>
                </a:solidFill>
              </a:defRPr>
            </a:lvl1pPr>
          </a:lstStyle>
          <a:p>
            <a:r>
              <a:rPr lang="en-US" dirty="0"/>
              <a:t>Click to edit Master title style</a:t>
            </a:r>
          </a:p>
        </p:txBody>
      </p:sp>
    </p:spTree>
    <p:extLst>
      <p:ext uri="{BB962C8B-B14F-4D97-AF65-F5344CB8AC3E}">
        <p14:creationId xmlns:p14="http://schemas.microsoft.com/office/powerpoint/2010/main" val="42660028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0FBEAED-AA1E-4570-9020-AAD35CD89C00}"/>
              </a:ext>
            </a:extLst>
          </p:cNvPr>
          <p:cNvSpPr>
            <a:spLocks noGrp="1"/>
          </p:cNvSpPr>
          <p:nvPr>
            <p:ph type="dt" sz="half" idx="10"/>
          </p:nvPr>
        </p:nvSpPr>
        <p:spPr/>
        <p:txBody>
          <a:bodyPr/>
          <a:lstStyle/>
          <a:p>
            <a:fld id="{82681E4E-7CEA-4677-AA89-C9E58E258CE6}" type="datetime1">
              <a:rPr lang="en-US" smtClean="0"/>
              <a:t>8/29/2025</a:t>
            </a:fld>
            <a:endParaRPr lang="en-US" dirty="0"/>
          </a:p>
        </p:txBody>
      </p:sp>
      <p:sp>
        <p:nvSpPr>
          <p:cNvPr id="4" name="Footer Placeholder 3">
            <a:extLst>
              <a:ext uri="{FF2B5EF4-FFF2-40B4-BE49-F238E27FC236}">
                <a16:creationId xmlns:a16="http://schemas.microsoft.com/office/drawing/2014/main" id="{B4464E85-58CD-463F-8812-0EC221DDF432}"/>
              </a:ext>
            </a:extLst>
          </p:cNvPr>
          <p:cNvSpPr>
            <a:spLocks noGrp="1"/>
          </p:cNvSpPr>
          <p:nvPr>
            <p:ph type="ftr" sz="quarter" idx="11"/>
          </p:nvPr>
        </p:nvSpPr>
        <p:spPr/>
        <p:txBody>
          <a:bodyPr/>
          <a:lstStyle/>
          <a:p>
            <a:endParaRPr lang="en-US" dirty="0"/>
          </a:p>
        </p:txBody>
      </p:sp>
      <p:sp>
        <p:nvSpPr>
          <p:cNvPr id="11" name="Text Placeholder 6">
            <a:extLst>
              <a:ext uri="{FF2B5EF4-FFF2-40B4-BE49-F238E27FC236}">
                <a16:creationId xmlns:a16="http://schemas.microsoft.com/office/drawing/2014/main" id="{C494BE36-E7CD-4A9D-8523-9798C9223805}"/>
              </a:ext>
            </a:extLst>
          </p:cNvPr>
          <p:cNvSpPr>
            <a:spLocks noGrp="1"/>
          </p:cNvSpPr>
          <p:nvPr>
            <p:ph type="body" sz="quarter" idx="13"/>
          </p:nvPr>
        </p:nvSpPr>
        <p:spPr>
          <a:xfrm>
            <a:off x="151512" y="705062"/>
            <a:ext cx="11887200" cy="153806"/>
          </a:xfrm>
        </p:spPr>
        <p:txBody>
          <a:bodyPr anchor="t">
            <a:noAutofit/>
          </a:bodyPr>
          <a:lstStyle>
            <a:lvl1pPr marL="0" indent="0">
              <a:lnSpc>
                <a:spcPct val="100000"/>
              </a:lnSpc>
              <a:spcBef>
                <a:spcPts val="0"/>
              </a:spcBef>
              <a:buNone/>
              <a:defRPr sz="900">
                <a:solidFill>
                  <a:schemeClr val="bg2">
                    <a:lumMod val="50000"/>
                  </a:schemeClr>
                </a:solidFill>
              </a:defRPr>
            </a:lvl1pPr>
          </a:lstStyle>
          <a:p>
            <a:pPr lvl="0"/>
            <a:r>
              <a:rPr lang="en-US" dirty="0"/>
              <a:t>Click to edit Master text styles</a:t>
            </a:r>
          </a:p>
        </p:txBody>
      </p:sp>
      <p:sp>
        <p:nvSpPr>
          <p:cNvPr id="13" name="Title 1">
            <a:extLst>
              <a:ext uri="{FF2B5EF4-FFF2-40B4-BE49-F238E27FC236}">
                <a16:creationId xmlns:a16="http://schemas.microsoft.com/office/drawing/2014/main" id="{AA28B922-B81E-48EE-8473-2F52F2FC66C4}"/>
              </a:ext>
            </a:extLst>
          </p:cNvPr>
          <p:cNvSpPr>
            <a:spLocks noGrp="1"/>
          </p:cNvSpPr>
          <p:nvPr>
            <p:ph type="title"/>
          </p:nvPr>
        </p:nvSpPr>
        <p:spPr>
          <a:xfrm>
            <a:off x="151512" y="162106"/>
            <a:ext cx="11888976" cy="528814"/>
          </a:xfrm>
        </p:spPr>
        <p:txBody>
          <a:bodyPr/>
          <a:lstStyle>
            <a:lvl1pPr>
              <a:defRPr sz="2800">
                <a:solidFill>
                  <a:schemeClr val="tx2">
                    <a:lumMod val="85000"/>
                    <a:lumOff val="15000"/>
                  </a:schemeClr>
                </a:solidFill>
                <a:latin typeface="Biome "/>
                <a:ea typeface="Cambria" panose="02040503050406030204" pitchFamily="18" charset="0"/>
              </a:defRPr>
            </a:lvl1pPr>
          </a:lstStyle>
          <a:p>
            <a:r>
              <a:rPr lang="en-US" dirty="0"/>
              <a:t>Click to edit Master title style</a:t>
            </a:r>
          </a:p>
        </p:txBody>
      </p:sp>
      <p:sp>
        <p:nvSpPr>
          <p:cNvPr id="7" name="Slide Number Placeholder 5">
            <a:extLst>
              <a:ext uri="{FF2B5EF4-FFF2-40B4-BE49-F238E27FC236}">
                <a16:creationId xmlns:a16="http://schemas.microsoft.com/office/drawing/2014/main" id="{165AF71A-1E96-403F-AC92-9C98C9FA8CEC}"/>
              </a:ext>
            </a:extLst>
          </p:cNvPr>
          <p:cNvSpPr>
            <a:spLocks noGrp="1"/>
          </p:cNvSpPr>
          <p:nvPr>
            <p:ph type="sldNum" sz="quarter" idx="12"/>
          </p:nvPr>
        </p:nvSpPr>
        <p:spPr>
          <a:xfrm>
            <a:off x="11813257" y="6657975"/>
            <a:ext cx="376784" cy="200025"/>
          </a:xfrm>
          <a:prstGeom prst="rect">
            <a:avLst/>
          </a:prstGeom>
        </p:spPr>
        <p:txBody>
          <a:bodyPr/>
          <a:lstStyle/>
          <a:p>
            <a:fld id="{7E653CDB-E8DC-4D23-B7E7-79510F0CD256}" type="slidenum">
              <a:rPr lang="en-US" smtClean="0"/>
              <a:t>‹#›</a:t>
            </a:fld>
            <a:endParaRPr lang="en-US" dirty="0"/>
          </a:p>
        </p:txBody>
      </p:sp>
    </p:spTree>
    <p:extLst>
      <p:ext uri="{BB962C8B-B14F-4D97-AF65-F5344CB8AC3E}">
        <p14:creationId xmlns:p14="http://schemas.microsoft.com/office/powerpoint/2010/main" val="17184844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9_Title Only">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A8B360D-B4A9-4065-A2B0-A3704DE9CDE0}"/>
              </a:ext>
            </a:extLst>
          </p:cNvPr>
          <p:cNvSpPr>
            <a:spLocks noGrp="1"/>
          </p:cNvSpPr>
          <p:nvPr>
            <p:ph type="pic" sz="quarter" idx="14"/>
          </p:nvPr>
        </p:nvSpPr>
        <p:spPr>
          <a:xfrm>
            <a:off x="616316" y="1782307"/>
            <a:ext cx="2386350" cy="2386350"/>
          </a:xfrm>
          <a:custGeom>
            <a:avLst/>
            <a:gdLst>
              <a:gd name="connsiteX0" fmla="*/ 1193175 w 2386350"/>
              <a:gd name="connsiteY0" fmla="*/ 0 h 2386350"/>
              <a:gd name="connsiteX1" fmla="*/ 2386350 w 2386350"/>
              <a:gd name="connsiteY1" fmla="*/ 1193175 h 2386350"/>
              <a:gd name="connsiteX2" fmla="*/ 1193175 w 2386350"/>
              <a:gd name="connsiteY2" fmla="*/ 2386350 h 2386350"/>
              <a:gd name="connsiteX3" fmla="*/ 0 w 2386350"/>
              <a:gd name="connsiteY3" fmla="*/ 1193175 h 2386350"/>
              <a:gd name="connsiteX4" fmla="*/ 1193175 w 2386350"/>
              <a:gd name="connsiteY4" fmla="*/ 0 h 238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350" h="2386350">
                <a:moveTo>
                  <a:pt x="1193175" y="0"/>
                </a:moveTo>
                <a:cubicBezTo>
                  <a:pt x="1852147" y="0"/>
                  <a:pt x="2386350" y="534203"/>
                  <a:pt x="2386350" y="1193175"/>
                </a:cubicBezTo>
                <a:cubicBezTo>
                  <a:pt x="2386350" y="1852147"/>
                  <a:pt x="1852147" y="2386350"/>
                  <a:pt x="1193175" y="2386350"/>
                </a:cubicBezTo>
                <a:cubicBezTo>
                  <a:pt x="534203" y="2386350"/>
                  <a:pt x="0" y="1852147"/>
                  <a:pt x="0" y="1193175"/>
                </a:cubicBezTo>
                <a:cubicBezTo>
                  <a:pt x="0" y="534203"/>
                  <a:pt x="534203" y="0"/>
                  <a:pt x="1193175" y="0"/>
                </a:cubicBezTo>
                <a:close/>
              </a:path>
            </a:pathLst>
          </a:custGeom>
        </p:spPr>
        <p:txBody>
          <a:bodyPr wrap="square">
            <a:noAutofit/>
          </a:bodyPr>
          <a:lstStyle/>
          <a:p>
            <a:endParaRPr lang="en-US" dirty="0"/>
          </a:p>
        </p:txBody>
      </p:sp>
      <p:sp>
        <p:nvSpPr>
          <p:cNvPr id="6" name="Title 5">
            <a:extLst>
              <a:ext uri="{FF2B5EF4-FFF2-40B4-BE49-F238E27FC236}">
                <a16:creationId xmlns:a16="http://schemas.microsoft.com/office/drawing/2014/main" id="{B5425E78-848C-4609-9757-B2209AC72BFE}"/>
              </a:ext>
            </a:extLst>
          </p:cNvPr>
          <p:cNvSpPr>
            <a:spLocks noGrp="1"/>
          </p:cNvSpPr>
          <p:nvPr>
            <p:ph type="title"/>
          </p:nvPr>
        </p:nvSpPr>
        <p:spPr/>
        <p:txBody>
          <a:bodyPr>
            <a:normAutofit/>
          </a:bodyPr>
          <a:lstStyle>
            <a:lvl1pPr>
              <a:lnSpc>
                <a:spcPct val="100000"/>
              </a:lnSpc>
              <a:defRPr sz="2800"/>
            </a:lvl1pPr>
          </a:lstStyle>
          <a:p>
            <a:r>
              <a:rPr lang="en-US" dirty="0"/>
              <a:t>Click to edit Master title style</a:t>
            </a:r>
          </a:p>
        </p:txBody>
      </p:sp>
      <p:sp>
        <p:nvSpPr>
          <p:cNvPr id="7" name="Date Placeholder 6">
            <a:extLst>
              <a:ext uri="{FF2B5EF4-FFF2-40B4-BE49-F238E27FC236}">
                <a16:creationId xmlns:a16="http://schemas.microsoft.com/office/drawing/2014/main" id="{DD5DB38B-1155-496E-B349-06A91C6792F5}"/>
              </a:ext>
            </a:extLst>
          </p:cNvPr>
          <p:cNvSpPr>
            <a:spLocks noGrp="1"/>
          </p:cNvSpPr>
          <p:nvPr>
            <p:ph type="dt" sz="half" idx="10"/>
          </p:nvPr>
        </p:nvSpPr>
        <p:spPr/>
        <p:txBody>
          <a:bodyPr/>
          <a:lstStyle/>
          <a:p>
            <a:fld id="{69E69C1B-3E71-4CCC-8B29-F0E5A9AE35F2}" type="datetime1">
              <a:rPr lang="en-IN" smtClean="0"/>
              <a:t>29-08-2025</a:t>
            </a:fld>
            <a:endParaRPr lang="en-IN" dirty="0"/>
          </a:p>
        </p:txBody>
      </p:sp>
      <p:sp>
        <p:nvSpPr>
          <p:cNvPr id="8" name="Footer Placeholder 7">
            <a:extLst>
              <a:ext uri="{FF2B5EF4-FFF2-40B4-BE49-F238E27FC236}">
                <a16:creationId xmlns:a16="http://schemas.microsoft.com/office/drawing/2014/main" id="{62F2DCAD-AC6C-4E1C-91DE-52AAE704FCC2}"/>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433733-358A-497B-958C-DA8520561189}"/>
              </a:ext>
            </a:extLst>
          </p:cNvPr>
          <p:cNvSpPr>
            <a:spLocks noGrp="1"/>
          </p:cNvSpPr>
          <p:nvPr>
            <p:ph type="sldNum" sz="quarter" idx="12"/>
          </p:nvPr>
        </p:nvSpPr>
        <p:spPr>
          <a:xfrm>
            <a:off x="11781707" y="6631730"/>
            <a:ext cx="407219" cy="176139"/>
          </a:xfrm>
          <a:prstGeom prst="rect">
            <a:avLst/>
          </a:prstGeom>
        </p:spPr>
        <p:txBody>
          <a:bodyPr/>
          <a:lstStyle/>
          <a:p>
            <a:fld id="{9B606DC3-B9BD-4519-8992-154CA46BED54}" type="slidenum">
              <a:rPr lang="en-IN" smtClean="0"/>
              <a:pPr/>
              <a:t>‹#›</a:t>
            </a:fld>
            <a:endParaRPr lang="en-IN" dirty="0"/>
          </a:p>
        </p:txBody>
      </p:sp>
      <p:sp>
        <p:nvSpPr>
          <p:cNvPr id="3" name="Text Placeholder 2">
            <a:extLst>
              <a:ext uri="{FF2B5EF4-FFF2-40B4-BE49-F238E27FC236}">
                <a16:creationId xmlns:a16="http://schemas.microsoft.com/office/drawing/2014/main" id="{C084209C-AD7A-458B-94E7-7658E9AB6D15}"/>
              </a:ext>
            </a:extLst>
          </p:cNvPr>
          <p:cNvSpPr>
            <a:spLocks noGrp="1"/>
          </p:cNvSpPr>
          <p:nvPr>
            <p:ph type="body" sz="quarter" idx="13"/>
          </p:nvPr>
        </p:nvSpPr>
        <p:spPr>
          <a:xfrm>
            <a:off x="190500" y="687175"/>
            <a:ext cx="11798300" cy="162491"/>
          </a:xfrm>
        </p:spPr>
        <p:txBody>
          <a:bodyPr anchor="ctr">
            <a:noAutofit/>
          </a:bodyPr>
          <a:lstStyle>
            <a:lvl1pPr marL="0" indent="0">
              <a:lnSpc>
                <a:spcPct val="100000"/>
              </a:lnSpc>
              <a:spcBef>
                <a:spcPts val="0"/>
              </a:spcBef>
              <a:buNone/>
              <a:defRPr sz="1000">
                <a:solidFill>
                  <a:schemeClr val="tx2">
                    <a:lumMod val="65000"/>
                    <a:lumOff val="35000"/>
                  </a:schemeClr>
                </a:solidFill>
              </a:defRPr>
            </a:lvl1pPr>
          </a:lstStyle>
          <a:p>
            <a:pPr lvl="0"/>
            <a:r>
              <a:rPr lang="en-US" dirty="0"/>
              <a:t>Click to edit Master text styles</a:t>
            </a:r>
          </a:p>
        </p:txBody>
      </p:sp>
    </p:spTree>
    <p:extLst>
      <p:ext uri="{BB962C8B-B14F-4D97-AF65-F5344CB8AC3E}">
        <p14:creationId xmlns:p14="http://schemas.microsoft.com/office/powerpoint/2010/main" val="10610883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1175677" y="358771"/>
            <a:ext cx="160655" cy="121920"/>
          </a:xfrm>
          <a:custGeom>
            <a:avLst/>
            <a:gdLst/>
            <a:ahLst/>
            <a:cxnLst/>
            <a:rect l="l" t="t" r="r" b="b"/>
            <a:pathLst>
              <a:path w="160654" h="121920">
                <a:moveTo>
                  <a:pt x="30594" y="0"/>
                </a:moveTo>
                <a:lnTo>
                  <a:pt x="0" y="25590"/>
                </a:lnTo>
                <a:lnTo>
                  <a:pt x="80200" y="121373"/>
                </a:lnTo>
                <a:lnTo>
                  <a:pt x="132064" y="59207"/>
                </a:lnTo>
                <a:lnTo>
                  <a:pt x="80175" y="59207"/>
                </a:lnTo>
                <a:lnTo>
                  <a:pt x="30594" y="0"/>
                </a:lnTo>
                <a:close/>
              </a:path>
              <a:path w="160654" h="121920">
                <a:moveTo>
                  <a:pt x="129501" y="0"/>
                </a:moveTo>
                <a:lnTo>
                  <a:pt x="80175" y="59207"/>
                </a:lnTo>
                <a:lnTo>
                  <a:pt x="132064" y="59207"/>
                </a:lnTo>
                <a:lnTo>
                  <a:pt x="160121" y="25577"/>
                </a:lnTo>
                <a:lnTo>
                  <a:pt x="129501" y="0"/>
                </a:lnTo>
                <a:close/>
              </a:path>
            </a:pathLst>
          </a:custGeom>
          <a:solidFill>
            <a:srgbClr val="39302D"/>
          </a:solidFill>
        </p:spPr>
        <p:txBody>
          <a:bodyPr wrap="square" lIns="0" tIns="0" rIns="0" bIns="0" rtlCol="0"/>
          <a:lstStyle/>
          <a:p>
            <a:endParaRPr dirty="0"/>
          </a:p>
        </p:txBody>
      </p:sp>
      <p:sp>
        <p:nvSpPr>
          <p:cNvPr id="17" name="bk object 17"/>
          <p:cNvSpPr/>
          <p:nvPr/>
        </p:nvSpPr>
        <p:spPr>
          <a:xfrm>
            <a:off x="11257048" y="727102"/>
            <a:ext cx="139065" cy="136525"/>
          </a:xfrm>
          <a:custGeom>
            <a:avLst/>
            <a:gdLst/>
            <a:ahLst/>
            <a:cxnLst/>
            <a:rect l="l" t="t" r="r" b="b"/>
            <a:pathLst>
              <a:path w="139065" h="136525">
                <a:moveTo>
                  <a:pt x="20256" y="0"/>
                </a:moveTo>
                <a:lnTo>
                  <a:pt x="533" y="34213"/>
                </a:lnTo>
                <a:lnTo>
                  <a:pt x="58661" y="67665"/>
                </a:lnTo>
                <a:lnTo>
                  <a:pt x="0" y="101993"/>
                </a:lnTo>
                <a:lnTo>
                  <a:pt x="19761" y="136283"/>
                </a:lnTo>
                <a:lnTo>
                  <a:pt x="138480" y="68046"/>
                </a:lnTo>
                <a:lnTo>
                  <a:pt x="20256" y="0"/>
                </a:lnTo>
                <a:close/>
              </a:path>
            </a:pathLst>
          </a:custGeom>
          <a:solidFill>
            <a:srgbClr val="39302D"/>
          </a:solidFill>
        </p:spPr>
        <p:txBody>
          <a:bodyPr wrap="square" lIns="0" tIns="0" rIns="0" bIns="0" rtlCol="0"/>
          <a:lstStyle/>
          <a:p>
            <a:endParaRPr dirty="0"/>
          </a:p>
        </p:txBody>
      </p:sp>
      <p:sp>
        <p:nvSpPr>
          <p:cNvPr id="18" name="bk object 18"/>
          <p:cNvSpPr/>
          <p:nvPr/>
        </p:nvSpPr>
        <p:spPr>
          <a:xfrm>
            <a:off x="11319151" y="606788"/>
            <a:ext cx="116205" cy="164465"/>
          </a:xfrm>
          <a:custGeom>
            <a:avLst/>
            <a:gdLst/>
            <a:ahLst/>
            <a:cxnLst/>
            <a:rect l="l" t="t" r="r" b="b"/>
            <a:pathLst>
              <a:path w="116204" h="164465">
                <a:moveTo>
                  <a:pt x="115912" y="85420"/>
                </a:moveTo>
                <a:lnTo>
                  <a:pt x="75996" y="85420"/>
                </a:lnTo>
                <a:lnTo>
                  <a:pt x="75996" y="141312"/>
                </a:lnTo>
                <a:lnTo>
                  <a:pt x="115912" y="164337"/>
                </a:lnTo>
                <a:lnTo>
                  <a:pt x="115912" y="85420"/>
                </a:lnTo>
                <a:close/>
              </a:path>
              <a:path w="116204" h="164465">
                <a:moveTo>
                  <a:pt x="115912" y="0"/>
                </a:moveTo>
                <a:lnTo>
                  <a:pt x="0" y="97116"/>
                </a:lnTo>
                <a:lnTo>
                  <a:pt x="36791" y="118338"/>
                </a:lnTo>
                <a:lnTo>
                  <a:pt x="75996" y="85420"/>
                </a:lnTo>
                <a:lnTo>
                  <a:pt x="115912" y="85420"/>
                </a:lnTo>
                <a:lnTo>
                  <a:pt x="115912" y="0"/>
                </a:lnTo>
                <a:close/>
              </a:path>
            </a:pathLst>
          </a:custGeom>
          <a:solidFill>
            <a:srgbClr val="39302D"/>
          </a:solidFill>
        </p:spPr>
        <p:txBody>
          <a:bodyPr wrap="square" lIns="0" tIns="0" rIns="0" bIns="0" rtlCol="0"/>
          <a:lstStyle/>
          <a:p>
            <a:endParaRPr dirty="0"/>
          </a:p>
        </p:txBody>
      </p:sp>
      <p:sp>
        <p:nvSpPr>
          <p:cNvPr id="19" name="bk object 19"/>
          <p:cNvSpPr/>
          <p:nvPr/>
        </p:nvSpPr>
        <p:spPr>
          <a:xfrm>
            <a:off x="11183740" y="587526"/>
            <a:ext cx="212090" cy="104775"/>
          </a:xfrm>
          <a:custGeom>
            <a:avLst/>
            <a:gdLst/>
            <a:ahLst/>
            <a:cxnLst/>
            <a:rect l="l" t="t" r="r" b="b"/>
            <a:pathLst>
              <a:path w="212090" h="104775">
                <a:moveTo>
                  <a:pt x="211759" y="0"/>
                </a:moveTo>
                <a:lnTo>
                  <a:pt x="33451" y="0"/>
                </a:lnTo>
                <a:lnTo>
                  <a:pt x="0" y="39852"/>
                </a:lnTo>
                <a:lnTo>
                  <a:pt x="102184" y="39852"/>
                </a:lnTo>
                <a:lnTo>
                  <a:pt x="61290" y="74180"/>
                </a:lnTo>
                <a:lnTo>
                  <a:pt x="86944" y="104724"/>
                </a:lnTo>
                <a:lnTo>
                  <a:pt x="211759" y="0"/>
                </a:lnTo>
                <a:close/>
              </a:path>
            </a:pathLst>
          </a:custGeom>
          <a:solidFill>
            <a:srgbClr val="39302D"/>
          </a:solidFill>
        </p:spPr>
        <p:txBody>
          <a:bodyPr wrap="square" lIns="0" tIns="0" rIns="0" bIns="0" rtlCol="0"/>
          <a:lstStyle/>
          <a:p>
            <a:endParaRPr dirty="0"/>
          </a:p>
        </p:txBody>
      </p:sp>
      <p:sp>
        <p:nvSpPr>
          <p:cNvPr id="20" name="bk object 20"/>
          <p:cNvSpPr/>
          <p:nvPr/>
        </p:nvSpPr>
        <p:spPr>
          <a:xfrm>
            <a:off x="11036232" y="533086"/>
            <a:ext cx="174625" cy="109855"/>
          </a:xfrm>
          <a:custGeom>
            <a:avLst/>
            <a:gdLst/>
            <a:ahLst/>
            <a:cxnLst/>
            <a:rect l="l" t="t" r="r" b="b"/>
            <a:pathLst>
              <a:path w="174625" h="109854">
                <a:moveTo>
                  <a:pt x="174586" y="0"/>
                </a:moveTo>
                <a:lnTo>
                  <a:pt x="0" y="0"/>
                </a:lnTo>
                <a:lnTo>
                  <a:pt x="22898" y="39865"/>
                </a:lnTo>
                <a:lnTo>
                  <a:pt x="88823" y="39865"/>
                </a:lnTo>
                <a:lnTo>
                  <a:pt x="51981" y="83578"/>
                </a:lnTo>
                <a:lnTo>
                  <a:pt x="82511" y="109283"/>
                </a:lnTo>
                <a:lnTo>
                  <a:pt x="174586" y="0"/>
                </a:lnTo>
                <a:close/>
              </a:path>
            </a:pathLst>
          </a:custGeom>
          <a:solidFill>
            <a:srgbClr val="39302D"/>
          </a:solidFill>
        </p:spPr>
        <p:txBody>
          <a:bodyPr wrap="square" lIns="0" tIns="0" rIns="0" bIns="0" rtlCol="0"/>
          <a:lstStyle/>
          <a:p>
            <a:endParaRPr dirty="0"/>
          </a:p>
        </p:txBody>
      </p:sp>
      <p:sp>
        <p:nvSpPr>
          <p:cNvPr id="21" name="bk object 21"/>
          <p:cNvSpPr/>
          <p:nvPr/>
        </p:nvSpPr>
        <p:spPr>
          <a:xfrm>
            <a:off x="11036232" y="383913"/>
            <a:ext cx="179070" cy="109855"/>
          </a:xfrm>
          <a:custGeom>
            <a:avLst/>
            <a:gdLst/>
            <a:ahLst/>
            <a:cxnLst/>
            <a:rect l="l" t="t" r="r" b="b"/>
            <a:pathLst>
              <a:path w="179070" h="109854">
                <a:moveTo>
                  <a:pt x="86880" y="0"/>
                </a:moveTo>
                <a:lnTo>
                  <a:pt x="56349" y="25692"/>
                </a:lnTo>
                <a:lnTo>
                  <a:pt x="93192" y="69418"/>
                </a:lnTo>
                <a:lnTo>
                  <a:pt x="22898" y="69418"/>
                </a:lnTo>
                <a:lnTo>
                  <a:pt x="0" y="109270"/>
                </a:lnTo>
                <a:lnTo>
                  <a:pt x="178955" y="109270"/>
                </a:lnTo>
                <a:lnTo>
                  <a:pt x="86880" y="0"/>
                </a:lnTo>
                <a:close/>
              </a:path>
            </a:pathLst>
          </a:custGeom>
          <a:solidFill>
            <a:srgbClr val="39302D"/>
          </a:solidFill>
        </p:spPr>
        <p:txBody>
          <a:bodyPr wrap="square" lIns="0" tIns="0" rIns="0" bIns="0" rtlCol="0"/>
          <a:lstStyle/>
          <a:p>
            <a:endParaRPr dirty="0"/>
          </a:p>
        </p:txBody>
      </p:sp>
      <p:sp>
        <p:nvSpPr>
          <p:cNvPr id="22" name="bk object 22"/>
          <p:cNvSpPr/>
          <p:nvPr/>
        </p:nvSpPr>
        <p:spPr>
          <a:xfrm>
            <a:off x="11250575" y="375659"/>
            <a:ext cx="145415" cy="172085"/>
          </a:xfrm>
          <a:custGeom>
            <a:avLst/>
            <a:gdLst/>
            <a:ahLst/>
            <a:cxnLst/>
            <a:rect l="l" t="t" r="r" b="b"/>
            <a:pathLst>
              <a:path w="145415" h="172084">
                <a:moveTo>
                  <a:pt x="144932" y="0"/>
                </a:moveTo>
                <a:lnTo>
                  <a:pt x="0" y="172008"/>
                </a:lnTo>
                <a:lnTo>
                  <a:pt x="52171" y="172008"/>
                </a:lnTo>
                <a:lnTo>
                  <a:pt x="105028" y="109283"/>
                </a:lnTo>
                <a:lnTo>
                  <a:pt x="144924" y="109283"/>
                </a:lnTo>
                <a:lnTo>
                  <a:pt x="144932" y="0"/>
                </a:lnTo>
                <a:close/>
              </a:path>
              <a:path w="145415" h="172084">
                <a:moveTo>
                  <a:pt x="144924" y="109283"/>
                </a:moveTo>
                <a:lnTo>
                  <a:pt x="105028" y="109283"/>
                </a:lnTo>
                <a:lnTo>
                  <a:pt x="105016" y="172008"/>
                </a:lnTo>
                <a:lnTo>
                  <a:pt x="144919" y="172008"/>
                </a:lnTo>
                <a:lnTo>
                  <a:pt x="144924" y="109283"/>
                </a:lnTo>
                <a:close/>
              </a:path>
            </a:pathLst>
          </a:custGeom>
          <a:solidFill>
            <a:srgbClr val="39302D"/>
          </a:solidFill>
        </p:spPr>
        <p:txBody>
          <a:bodyPr wrap="square" lIns="0" tIns="0" rIns="0" bIns="0" rtlCol="0"/>
          <a:lstStyle/>
          <a:p>
            <a:endParaRPr dirty="0"/>
          </a:p>
        </p:txBody>
      </p:sp>
      <p:sp>
        <p:nvSpPr>
          <p:cNvPr id="23" name="bk object 23"/>
          <p:cNvSpPr/>
          <p:nvPr/>
        </p:nvSpPr>
        <p:spPr>
          <a:xfrm>
            <a:off x="11435382" y="406524"/>
            <a:ext cx="108585" cy="179070"/>
          </a:xfrm>
          <a:custGeom>
            <a:avLst/>
            <a:gdLst/>
            <a:ahLst/>
            <a:cxnLst/>
            <a:rect l="l" t="t" r="r" b="b"/>
            <a:pathLst>
              <a:path w="108584" h="179070">
                <a:moveTo>
                  <a:pt x="0" y="0"/>
                </a:moveTo>
                <a:lnTo>
                  <a:pt x="0" y="178841"/>
                </a:lnTo>
                <a:lnTo>
                  <a:pt x="108432" y="128193"/>
                </a:lnTo>
                <a:lnTo>
                  <a:pt x="98274" y="116179"/>
                </a:lnTo>
                <a:lnTo>
                  <a:pt x="39903" y="116179"/>
                </a:lnTo>
                <a:lnTo>
                  <a:pt x="39903" y="47180"/>
                </a:lnTo>
                <a:lnTo>
                  <a:pt x="0" y="0"/>
                </a:lnTo>
                <a:close/>
              </a:path>
              <a:path w="108584" h="179070">
                <a:moveTo>
                  <a:pt x="81749" y="96634"/>
                </a:moveTo>
                <a:lnTo>
                  <a:pt x="39903" y="116179"/>
                </a:lnTo>
                <a:lnTo>
                  <a:pt x="98274" y="116179"/>
                </a:lnTo>
                <a:lnTo>
                  <a:pt x="81749" y="96634"/>
                </a:lnTo>
                <a:close/>
              </a:path>
            </a:pathLst>
          </a:custGeom>
          <a:solidFill>
            <a:srgbClr val="39302D"/>
          </a:solidFill>
        </p:spPr>
        <p:txBody>
          <a:bodyPr wrap="square" lIns="0" tIns="0" rIns="0" bIns="0" rtlCol="0"/>
          <a:lstStyle/>
          <a:p>
            <a:endParaRPr dirty="0"/>
          </a:p>
        </p:txBody>
      </p:sp>
      <p:sp>
        <p:nvSpPr>
          <p:cNvPr id="24" name="bk object 24"/>
          <p:cNvSpPr/>
          <p:nvPr/>
        </p:nvSpPr>
        <p:spPr>
          <a:xfrm>
            <a:off x="11474833" y="587505"/>
            <a:ext cx="194310" cy="161925"/>
          </a:xfrm>
          <a:custGeom>
            <a:avLst/>
            <a:gdLst/>
            <a:ahLst/>
            <a:cxnLst/>
            <a:rect l="l" t="t" r="r" b="b"/>
            <a:pathLst>
              <a:path w="194309" h="161925">
                <a:moveTo>
                  <a:pt x="194043" y="0"/>
                </a:moveTo>
                <a:lnTo>
                  <a:pt x="0" y="0"/>
                </a:lnTo>
                <a:lnTo>
                  <a:pt x="0" y="40970"/>
                </a:lnTo>
                <a:lnTo>
                  <a:pt x="81026" y="40970"/>
                </a:lnTo>
                <a:lnTo>
                  <a:pt x="0" y="108267"/>
                </a:lnTo>
                <a:lnTo>
                  <a:pt x="0" y="161607"/>
                </a:lnTo>
                <a:lnTo>
                  <a:pt x="194043" y="0"/>
                </a:lnTo>
                <a:close/>
              </a:path>
            </a:pathLst>
          </a:custGeom>
          <a:solidFill>
            <a:srgbClr val="39302D"/>
          </a:solidFill>
        </p:spPr>
        <p:txBody>
          <a:bodyPr wrap="square" lIns="0" tIns="0" rIns="0" bIns="0" rtlCol="0"/>
          <a:lstStyle/>
          <a:p>
            <a:endParaRPr dirty="0"/>
          </a:p>
        </p:txBody>
      </p:sp>
      <p:sp>
        <p:nvSpPr>
          <p:cNvPr id="25" name="bk object 25"/>
          <p:cNvSpPr/>
          <p:nvPr/>
        </p:nvSpPr>
        <p:spPr>
          <a:xfrm>
            <a:off x="11435370" y="761104"/>
            <a:ext cx="98425" cy="200025"/>
          </a:xfrm>
          <a:custGeom>
            <a:avLst/>
            <a:gdLst/>
            <a:ahLst/>
            <a:cxnLst/>
            <a:rect l="l" t="t" r="r" b="b"/>
            <a:pathLst>
              <a:path w="98425" h="200025">
                <a:moveTo>
                  <a:pt x="97955" y="0"/>
                </a:moveTo>
                <a:lnTo>
                  <a:pt x="0" y="56781"/>
                </a:lnTo>
                <a:lnTo>
                  <a:pt x="0" y="199809"/>
                </a:lnTo>
                <a:lnTo>
                  <a:pt x="40322" y="176542"/>
                </a:lnTo>
                <a:lnTo>
                  <a:pt x="40322" y="79921"/>
                </a:lnTo>
                <a:lnTo>
                  <a:pt x="97955" y="46520"/>
                </a:lnTo>
                <a:lnTo>
                  <a:pt x="97955" y="0"/>
                </a:lnTo>
                <a:close/>
              </a:path>
            </a:pathLst>
          </a:custGeom>
          <a:solidFill>
            <a:srgbClr val="39302D"/>
          </a:solidFill>
        </p:spPr>
        <p:txBody>
          <a:bodyPr wrap="square" lIns="0" tIns="0" rIns="0" bIns="0" rtlCol="0"/>
          <a:lstStyle/>
          <a:p>
            <a:endParaRPr dirty="0"/>
          </a:p>
        </p:txBody>
      </p:sp>
      <p:sp>
        <p:nvSpPr>
          <p:cNvPr id="26" name="bk object 26"/>
          <p:cNvSpPr/>
          <p:nvPr/>
        </p:nvSpPr>
        <p:spPr>
          <a:xfrm>
            <a:off x="11291288" y="840814"/>
            <a:ext cx="104775" cy="165735"/>
          </a:xfrm>
          <a:custGeom>
            <a:avLst/>
            <a:gdLst/>
            <a:ahLst/>
            <a:cxnLst/>
            <a:rect l="l" t="t" r="r" b="b"/>
            <a:pathLst>
              <a:path w="104775" h="165734">
                <a:moveTo>
                  <a:pt x="104228" y="69037"/>
                </a:moveTo>
                <a:lnTo>
                  <a:pt x="64363" y="69037"/>
                </a:lnTo>
                <a:lnTo>
                  <a:pt x="64363" y="165658"/>
                </a:lnTo>
                <a:lnTo>
                  <a:pt x="104228" y="142646"/>
                </a:lnTo>
                <a:lnTo>
                  <a:pt x="104228" y="69037"/>
                </a:lnTo>
                <a:close/>
              </a:path>
              <a:path w="104775" h="165734">
                <a:moveTo>
                  <a:pt x="104228" y="0"/>
                </a:moveTo>
                <a:lnTo>
                  <a:pt x="0" y="60185"/>
                </a:lnTo>
                <a:lnTo>
                  <a:pt x="19938" y="94691"/>
                </a:lnTo>
                <a:lnTo>
                  <a:pt x="64363" y="69037"/>
                </a:lnTo>
                <a:lnTo>
                  <a:pt x="104228" y="69037"/>
                </a:lnTo>
                <a:lnTo>
                  <a:pt x="104228" y="0"/>
                </a:lnTo>
                <a:close/>
              </a:path>
            </a:pathLst>
          </a:custGeom>
          <a:solidFill>
            <a:srgbClr val="39302D"/>
          </a:solid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3450" b="1" i="0">
                <a:solidFill>
                  <a:schemeClr val="bg1"/>
                </a:solidFill>
                <a:latin typeface="Averta-Black"/>
                <a:cs typeface="Averta-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443662" y="1806605"/>
            <a:ext cx="5213984" cy="4127500"/>
          </a:xfrm>
          <a:prstGeom prst="rect">
            <a:avLst/>
          </a:prstGeom>
        </p:spPr>
        <p:txBody>
          <a:bodyPr wrap="square" lIns="0" tIns="0" rIns="0" bIns="0">
            <a:spAutoFit/>
          </a:bodyPr>
          <a:lstStyle>
            <a:lvl1pPr>
              <a:defRPr sz="1400" b="0" i="0">
                <a:solidFill>
                  <a:srgbClr val="403937"/>
                </a:solidFill>
                <a:latin typeface="Century Gothic"/>
                <a:cs typeface="Century Gothic"/>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7" name="Holder 7"/>
          <p:cNvSpPr>
            <a:spLocks noGrp="1"/>
          </p:cNvSpPr>
          <p:nvPr>
            <p:ph type="sldNum" sz="quarter" idx="7"/>
          </p:nvPr>
        </p:nvSpPr>
        <p:spPr/>
        <p:txBody>
          <a:bodyPr lIns="0" tIns="0" rIns="0" bIns="0"/>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65" dirty="0"/>
              <a:t> </a:t>
            </a:r>
            <a:fld id="{81D60167-4931-47E6-BA6A-407CBD079E47}" type="slidenum">
              <a:rPr dirty="0"/>
              <a:t>‹#›</a:t>
            </a:fld>
            <a:endParaRPr dirty="0"/>
          </a:p>
        </p:txBody>
      </p:sp>
    </p:spTree>
    <p:extLst>
      <p:ext uri="{BB962C8B-B14F-4D97-AF65-F5344CB8AC3E}">
        <p14:creationId xmlns:p14="http://schemas.microsoft.com/office/powerpoint/2010/main" val="39650503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209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BAAC391-3E17-4130-83E5-8A37E61F4328}" type="datetime1">
              <a:rPr lang="zh-CN" altLang="en-US" smtClean="0"/>
              <a:t>2025/8/29</a:t>
            </a:fld>
            <a:endParaRPr lang="zh-CN" altLang="en-US"/>
          </a:p>
        </p:txBody>
      </p:sp>
      <p:sp>
        <p:nvSpPr>
          <p:cNvPr id="4" name="页脚占位符 3"/>
          <p:cNvSpPr>
            <a:spLocks noGrp="1"/>
          </p:cNvSpPr>
          <p:nvPr>
            <p:ph type="ftr" sz="quarter" idx="11"/>
          </p:nvPr>
        </p:nvSpPr>
        <p:spPr/>
        <p:txBody>
          <a:bodyPr/>
          <a:lstStyle/>
          <a:p>
            <a:r>
              <a:rPr lang="en-US" altLang="zh-CN" b="1" dirty="0">
                <a:solidFill>
                  <a:schemeClr val="accent4"/>
                </a:solidFill>
              </a:rPr>
              <a:t>BusinessPlan</a:t>
            </a:r>
            <a:r>
              <a:rPr lang="en-US" altLang="zh-CN" dirty="0">
                <a:solidFill>
                  <a:schemeClr val="accent1">
                    <a:lumMod val="75000"/>
                  </a:schemeClr>
                </a:solidFill>
              </a:rPr>
              <a:t> </a:t>
            </a:r>
            <a:r>
              <a:rPr lang="en-US" altLang="zh-CN" b="1" dirty="0">
                <a:solidFill>
                  <a:schemeClr val="accent3">
                    <a:lumMod val="75000"/>
                  </a:schemeClr>
                </a:solidFill>
              </a:rPr>
              <a:t>PPT Template</a:t>
            </a:r>
            <a:endParaRPr lang="zh-CN" altLang="en-US" b="1" dirty="0">
              <a:solidFill>
                <a:schemeClr val="accent3">
                  <a:lumMod val="75000"/>
                </a:scheme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dirty="0"/>
          </a:p>
        </p:txBody>
      </p:sp>
      <p:grpSp>
        <p:nvGrpSpPr>
          <p:cNvPr id="23" name="组合 22"/>
          <p:cNvGrpSpPr/>
          <p:nvPr userDrawn="1"/>
        </p:nvGrpSpPr>
        <p:grpSpPr>
          <a:xfrm>
            <a:off x="620396" y="1537614"/>
            <a:ext cx="796695" cy="99002"/>
            <a:chOff x="1457011" y="3812591"/>
            <a:chExt cx="931140" cy="130628"/>
          </a:xfrm>
        </p:grpSpPr>
        <p:sp>
          <p:nvSpPr>
            <p:cNvPr id="24" name="椭圆 23"/>
            <p:cNvSpPr/>
            <p:nvPr userDrawn="1"/>
          </p:nvSpPr>
          <p:spPr>
            <a:xfrm>
              <a:off x="1457011" y="3812591"/>
              <a:ext cx="130628" cy="1306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sp>
          <p:nvSpPr>
            <p:cNvPr id="25" name="椭圆 24"/>
            <p:cNvSpPr/>
            <p:nvPr userDrawn="1"/>
          </p:nvSpPr>
          <p:spPr>
            <a:xfrm>
              <a:off x="1719942" y="3812591"/>
              <a:ext cx="130628" cy="13062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sp>
          <p:nvSpPr>
            <p:cNvPr id="26" name="椭圆 25"/>
            <p:cNvSpPr/>
            <p:nvPr userDrawn="1"/>
          </p:nvSpPr>
          <p:spPr>
            <a:xfrm>
              <a:off x="1986221" y="3812591"/>
              <a:ext cx="130628" cy="130628"/>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sp>
          <p:nvSpPr>
            <p:cNvPr id="30" name="椭圆 29"/>
            <p:cNvSpPr/>
            <p:nvPr userDrawn="1"/>
          </p:nvSpPr>
          <p:spPr>
            <a:xfrm>
              <a:off x="2257523" y="3812591"/>
              <a:ext cx="130628" cy="1306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grpSp>
      <p:sp>
        <p:nvSpPr>
          <p:cNvPr id="19" name="文本占位符 8"/>
          <p:cNvSpPr>
            <a:spLocks noGrp="1"/>
          </p:cNvSpPr>
          <p:nvPr>
            <p:ph type="body" sz="quarter" idx="13" hasCustomPrompt="1"/>
          </p:nvPr>
        </p:nvSpPr>
        <p:spPr>
          <a:xfrm>
            <a:off x="485716" y="434970"/>
            <a:ext cx="5346032" cy="787090"/>
          </a:xfrm>
          <a:prstGeom prst="rect">
            <a:avLst/>
          </a:prstGeom>
        </p:spPr>
        <p:txBody>
          <a:bodyPr/>
          <a:lstStyle>
            <a:lvl1pPr marL="0" indent="0" algn="l">
              <a:buNone/>
              <a:defRPr sz="5850">
                <a:solidFill>
                  <a:schemeClr val="tx1">
                    <a:lumMod val="75000"/>
                    <a:lumOff val="25000"/>
                  </a:schemeClr>
                </a:solidFill>
                <a:effectLst/>
              </a:defRPr>
            </a:lvl1pPr>
          </a:lstStyle>
          <a:p>
            <a:r>
              <a:rPr lang="en-US" altLang="zh-CN" sz="2100" b="1" dirty="0">
                <a:solidFill>
                  <a:schemeClr val="tx1">
                    <a:lumMod val="75000"/>
                    <a:lumOff val="25000"/>
                  </a:schemeClr>
                </a:solidFill>
                <a:latin typeface="Arial" panose="020B0604020202020204" pitchFamily="34" charset="0"/>
                <a:ea typeface="微软雅黑" panose="020B0503020204020204" charset="-122"/>
              </a:rPr>
              <a:t>Timeline</a:t>
            </a:r>
          </a:p>
        </p:txBody>
      </p:sp>
      <p:sp>
        <p:nvSpPr>
          <p:cNvPr id="20" name="文本占位符 7"/>
          <p:cNvSpPr>
            <a:spLocks noGrp="1"/>
          </p:cNvSpPr>
          <p:nvPr>
            <p:ph type="body" sz="quarter" idx="15" hasCustomPrompt="1"/>
          </p:nvPr>
        </p:nvSpPr>
        <p:spPr>
          <a:xfrm>
            <a:off x="485716" y="890366"/>
            <a:ext cx="4736492" cy="365125"/>
          </a:xfrm>
        </p:spPr>
        <p:txBody>
          <a:bodyPr/>
          <a:lstStyle>
            <a:lvl1pPr marL="0" indent="0">
              <a:buNone/>
              <a:defRPr>
                <a:solidFill>
                  <a:schemeClr val="accent4">
                    <a:lumMod val="60000"/>
                    <a:lumOff val="40000"/>
                  </a:schemeClr>
                </a:solidFill>
              </a:defRPr>
            </a:lvl1pPr>
          </a:lstStyle>
          <a:p>
            <a:r>
              <a:rPr lang="en-US" altLang="zh-CN" sz="2000" b="1" dirty="0">
                <a:solidFill>
                  <a:schemeClr val="tx1">
                    <a:lumMod val="75000"/>
                    <a:lumOff val="25000"/>
                  </a:schemeClr>
                </a:solidFill>
                <a:latin typeface="Arial" panose="020B0604020202020204" pitchFamily="34" charset="0"/>
                <a:ea typeface="微软雅黑" panose="020B0503020204020204" charset="-122"/>
              </a:rPr>
              <a:t>Click here to add a subtitle</a:t>
            </a:r>
            <a:endParaRPr lang="zh-CN" altLang="en-US" sz="2000" b="1" dirty="0">
              <a:solidFill>
                <a:schemeClr val="tx1">
                  <a:lumMod val="75000"/>
                  <a:lumOff val="25000"/>
                </a:schemeClr>
              </a:solidFill>
              <a:latin typeface="Arial" panose="020B0604020202020204" pitchFamily="34" charset="0"/>
              <a:ea typeface="微软雅黑" panose="020B0503020204020204" charset="-122"/>
            </a:endParaRPr>
          </a:p>
        </p:txBody>
      </p:sp>
      <p:sp>
        <p:nvSpPr>
          <p:cNvPr id="42" name="文本占位符 17"/>
          <p:cNvSpPr>
            <a:spLocks noGrp="1"/>
          </p:cNvSpPr>
          <p:nvPr>
            <p:ph type="body" sz="quarter" idx="210" hasCustomPrompt="1"/>
          </p:nvPr>
        </p:nvSpPr>
        <p:spPr>
          <a:xfrm>
            <a:off x="688764" y="4590277"/>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43" name="文本占位符 17"/>
          <p:cNvSpPr>
            <a:spLocks noGrp="1"/>
          </p:cNvSpPr>
          <p:nvPr>
            <p:ph type="body" sz="quarter" idx="211" hasCustomPrompt="1"/>
          </p:nvPr>
        </p:nvSpPr>
        <p:spPr>
          <a:xfrm>
            <a:off x="627221" y="4926404"/>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1" name="文本占位符 17"/>
          <p:cNvSpPr>
            <a:spLocks noGrp="1"/>
          </p:cNvSpPr>
          <p:nvPr>
            <p:ph type="body" sz="quarter" idx="212" hasCustomPrompt="1"/>
          </p:nvPr>
        </p:nvSpPr>
        <p:spPr>
          <a:xfrm>
            <a:off x="2894176" y="2093215"/>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2" name="文本占位符 17"/>
          <p:cNvSpPr>
            <a:spLocks noGrp="1"/>
          </p:cNvSpPr>
          <p:nvPr>
            <p:ph type="body" sz="quarter" idx="213" hasCustomPrompt="1"/>
          </p:nvPr>
        </p:nvSpPr>
        <p:spPr>
          <a:xfrm>
            <a:off x="2832633" y="2429342"/>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3" name="文本占位符 17"/>
          <p:cNvSpPr>
            <a:spLocks noGrp="1"/>
          </p:cNvSpPr>
          <p:nvPr>
            <p:ph type="body" sz="quarter" idx="214" hasCustomPrompt="1"/>
          </p:nvPr>
        </p:nvSpPr>
        <p:spPr>
          <a:xfrm>
            <a:off x="5031223" y="4590277"/>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4" name="文本占位符 17"/>
          <p:cNvSpPr>
            <a:spLocks noGrp="1"/>
          </p:cNvSpPr>
          <p:nvPr>
            <p:ph type="body" sz="quarter" idx="215" hasCustomPrompt="1"/>
          </p:nvPr>
        </p:nvSpPr>
        <p:spPr>
          <a:xfrm>
            <a:off x="4969680" y="4926404"/>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5" name="文本占位符 17"/>
          <p:cNvSpPr>
            <a:spLocks noGrp="1"/>
          </p:cNvSpPr>
          <p:nvPr>
            <p:ph type="body" sz="quarter" idx="216" hasCustomPrompt="1"/>
          </p:nvPr>
        </p:nvSpPr>
        <p:spPr>
          <a:xfrm>
            <a:off x="7236635" y="2093215"/>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6" name="文本占位符 17"/>
          <p:cNvSpPr>
            <a:spLocks noGrp="1"/>
          </p:cNvSpPr>
          <p:nvPr>
            <p:ph type="body" sz="quarter" idx="217" hasCustomPrompt="1"/>
          </p:nvPr>
        </p:nvSpPr>
        <p:spPr>
          <a:xfrm>
            <a:off x="7175092" y="2429342"/>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
        <p:nvSpPr>
          <p:cNvPr id="38" name="文本占位符 17"/>
          <p:cNvSpPr>
            <a:spLocks noGrp="1"/>
          </p:cNvSpPr>
          <p:nvPr>
            <p:ph type="body" sz="quarter" idx="218" hasCustomPrompt="1"/>
          </p:nvPr>
        </p:nvSpPr>
        <p:spPr>
          <a:xfrm>
            <a:off x="9373681" y="4590277"/>
            <a:ext cx="2013961" cy="336127"/>
          </a:xfrm>
          <a:prstGeom prst="rect">
            <a:avLst/>
          </a:prstGeom>
        </p:spPr>
        <p:txBody>
          <a:bodyPr>
            <a:normAutofit/>
          </a:bodyPr>
          <a:lstStyle>
            <a:lvl1pPr marL="0" indent="0" algn="ctr">
              <a:lnSpc>
                <a:spcPct val="120000"/>
              </a:lnSpc>
              <a:buNone/>
              <a:defRPr sz="1440" b="1" spc="75" baseline="0">
                <a:solidFill>
                  <a:schemeClr val="tx1">
                    <a:lumMod val="75000"/>
                    <a:lumOff val="25000"/>
                  </a:schemeClr>
                </a:solidFill>
              </a:defRPr>
            </a:lvl1pPr>
            <a:lvl5pPr>
              <a:defRPr sz="990"/>
            </a:lvl5pPr>
          </a:lstStyle>
          <a:p>
            <a:r>
              <a:rPr lang="en-US" altLang="zh-CN" dirty="0"/>
              <a:t>Add The Text</a:t>
            </a:r>
            <a:endParaRPr lang="zh-CN" altLang="en-US" dirty="0"/>
          </a:p>
        </p:txBody>
      </p:sp>
      <p:sp>
        <p:nvSpPr>
          <p:cNvPr id="39" name="文本占位符 17"/>
          <p:cNvSpPr>
            <a:spLocks noGrp="1"/>
          </p:cNvSpPr>
          <p:nvPr>
            <p:ph type="body" sz="quarter" idx="219" hasCustomPrompt="1"/>
          </p:nvPr>
        </p:nvSpPr>
        <p:spPr>
          <a:xfrm>
            <a:off x="9312139" y="4926404"/>
            <a:ext cx="2137047" cy="734570"/>
          </a:xfrm>
          <a:prstGeom prst="rect">
            <a:avLst/>
          </a:prstGeom>
        </p:spPr>
        <p:txBody>
          <a:bodyPr>
            <a:normAutofit/>
          </a:bodyPr>
          <a:lstStyle>
            <a:lvl1pPr marL="0" indent="0" algn="ctr">
              <a:lnSpc>
                <a:spcPct val="120000"/>
              </a:lnSpc>
              <a:buNone/>
              <a:defRPr sz="960" spc="75" baseline="0">
                <a:solidFill>
                  <a:schemeClr val="bg1">
                    <a:lumMod val="65000"/>
                  </a:schemeClr>
                </a:solidFill>
              </a:defRPr>
            </a:lvl1pPr>
            <a:lvl5pPr>
              <a:defRPr sz="990"/>
            </a:lvl5pPr>
          </a:lstStyle>
          <a:p>
            <a:r>
              <a:rPr lang="en-US" altLang="zh-CN" dirty="0"/>
              <a:t>Click here to add the text , the text is the extraction of your thought</a:t>
            </a:r>
            <a:endParaRPr lang="zh-CN" altLang="en-US" dirty="0"/>
          </a:p>
        </p:txBody>
      </p:sp>
    </p:spTree>
    <p:extLst>
      <p:ext uri="{BB962C8B-B14F-4D97-AF65-F5344CB8AC3E}">
        <p14:creationId xmlns:p14="http://schemas.microsoft.com/office/powerpoint/2010/main" val="451334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7" name="Rectangle 6"/>
          <p:cNvSpPr/>
          <p:nvPr userDrawn="1"/>
        </p:nvSpPr>
        <p:spPr>
          <a:xfrm>
            <a:off x="609600" y="196800"/>
            <a:ext cx="1625600" cy="4128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Shape 19"/>
          <p:cNvSpPr/>
          <p:nvPr userDrawn="1"/>
        </p:nvSpPr>
        <p:spPr>
          <a:xfrm>
            <a:off x="737317" y="897518"/>
            <a:ext cx="10184527" cy="1"/>
          </a:xfrm>
          <a:prstGeom prst="line">
            <a:avLst/>
          </a:prstGeom>
          <a:ln w="38100">
            <a:solidFill>
              <a:srgbClr val="0070B9"/>
            </a:solidFill>
            <a:miter lim="400000"/>
          </a:ln>
        </p:spPr>
        <p:txBody>
          <a:bodyPr lIns="35719" tIns="35719" rIns="35719" bIns="35719" anchor="ctr"/>
          <a:lstStyle/>
          <a:p>
            <a:pPr marL="0" marR="0" lvl="0" indent="0" algn="ctr" defTabSz="410751" rtl="0" eaLnBrk="1" fontAlgn="auto" latinLnBrk="0" hangingPunct="0">
              <a:lnSpc>
                <a:spcPct val="100000"/>
              </a:lnSpc>
              <a:spcBef>
                <a:spcPts val="0"/>
              </a:spcBef>
              <a:spcAft>
                <a:spcPts val="0"/>
              </a:spcAft>
              <a:buClrTx/>
              <a:buSzTx/>
              <a:buFontTx/>
              <a:buNone/>
              <a:tabLst/>
              <a:defRPr sz="2400"/>
            </a:pPr>
            <a:endParaRPr kumimoji="0" sz="1687" b="0" i="0" u="none" strike="noStrike" kern="0" cap="none" spc="0" normalizeH="0" baseline="0" noProof="0">
              <a:ln>
                <a:noFill/>
              </a:ln>
              <a:solidFill>
                <a:srgbClr val="000000"/>
              </a:solidFill>
              <a:effectLst/>
              <a:uLnTx/>
              <a:uFillTx/>
              <a:latin typeface="Helvetica Light"/>
              <a:ea typeface="+mn-ea"/>
              <a:cs typeface="+mn-cs"/>
              <a:sym typeface="Helvetica Light"/>
            </a:endParaRPr>
          </a:p>
        </p:txBody>
      </p:sp>
    </p:spTree>
    <p:extLst>
      <p:ext uri="{BB962C8B-B14F-4D97-AF65-F5344CB8AC3E}">
        <p14:creationId xmlns:p14="http://schemas.microsoft.com/office/powerpoint/2010/main" val="502712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50DD-F77C-4429-A8BE-5271006A31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E6E6DB-9D5D-447F-B0B6-7900ECAB3C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76FFFC-7B7D-441B-8A1A-88020077B18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D00110E4-486F-47F3-AF62-000975A7FF6B}"/>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6" name="Slide Number Placeholder 5">
            <a:extLst>
              <a:ext uri="{FF2B5EF4-FFF2-40B4-BE49-F238E27FC236}">
                <a16:creationId xmlns:a16="http://schemas.microsoft.com/office/drawing/2014/main" id="{9BE1BE00-056B-403F-BFE5-FA920274A2F2}"/>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10347777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11DB5-DBBC-4206-8C06-93A2DF41F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751190-D6F3-4F1E-AF7E-4A4C29A0818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171344-8EEF-4A14-9270-51889C471A6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32DCDF90-EF20-4919-8AA9-9559CC8CFD49}"/>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6" name="Slide Number Placeholder 5">
            <a:extLst>
              <a:ext uri="{FF2B5EF4-FFF2-40B4-BE49-F238E27FC236}">
                <a16:creationId xmlns:a16="http://schemas.microsoft.com/office/drawing/2014/main" id="{15C141DC-2E6D-49C4-8AE6-857E6609542C}"/>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12710338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C233-25B4-4B69-826E-13D9B3792B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8B7C7C-4F60-40CA-9927-48CFAEAB1F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9EBC8D3-6126-4888-9024-537A19FC19E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C0E8BA35-992A-4A80-91E1-A6D4F1EFD0E3}"/>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6" name="Slide Number Placeholder 5">
            <a:extLst>
              <a:ext uri="{FF2B5EF4-FFF2-40B4-BE49-F238E27FC236}">
                <a16:creationId xmlns:a16="http://schemas.microsoft.com/office/drawing/2014/main" id="{95DD1C4D-DD5E-444C-AE16-8FA2D43D7462}"/>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40400239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513E-71F7-491E-927E-9EF8E59F36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1F372D-3AF2-432B-8590-26FDFDC44C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5C0512-EF38-497D-A84F-98B32A4EF8F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151293-F979-42EA-A367-AD2DA581AAFE}"/>
              </a:ext>
            </a:extLst>
          </p:cNvPr>
          <p:cNvSpPr>
            <a:spLocks noGrp="1"/>
          </p:cNvSpPr>
          <p:nvPr>
            <p:ph type="dt" sz="half" idx="10"/>
          </p:nvPr>
        </p:nvSpPr>
        <p:spPr/>
        <p:txBody>
          <a:bodyPr/>
          <a:lstStyle/>
          <a:p>
            <a:fld id="{69FEA20D-D6B0-4D06-B4F2-748394D41F9B}" type="datetime1">
              <a:rPr lang="en-US" smtClean="0"/>
              <a:t>8/29/2025</a:t>
            </a:fld>
            <a:endParaRPr lang="en-US" dirty="0"/>
          </a:p>
        </p:txBody>
      </p:sp>
      <p:sp>
        <p:nvSpPr>
          <p:cNvPr id="6" name="Footer Placeholder 5">
            <a:extLst>
              <a:ext uri="{FF2B5EF4-FFF2-40B4-BE49-F238E27FC236}">
                <a16:creationId xmlns:a16="http://schemas.microsoft.com/office/drawing/2014/main" id="{ED5500CE-1181-408D-BF94-AA5D0D68DE40}"/>
              </a:ext>
            </a:extLst>
          </p:cNvPr>
          <p:cNvSpPr>
            <a:spLocks noGrp="1"/>
          </p:cNvSpPr>
          <p:nvPr>
            <p:ph type="ftr" sz="quarter" idx="11"/>
          </p:nvPr>
        </p:nvSpPr>
        <p:spPr/>
        <p:txBody>
          <a:bodyPr/>
          <a:lstStyle/>
          <a:p>
            <a:r>
              <a:rPr lang="en-US"/>
              <a:t>NCBA | Presentation title goes here | 00 Month 2020</a:t>
            </a:r>
            <a:endParaRPr lang="en-US" dirty="0"/>
          </a:p>
        </p:txBody>
      </p:sp>
      <p:sp>
        <p:nvSpPr>
          <p:cNvPr id="7" name="Slide Number Placeholder 6">
            <a:extLst>
              <a:ext uri="{FF2B5EF4-FFF2-40B4-BE49-F238E27FC236}">
                <a16:creationId xmlns:a16="http://schemas.microsoft.com/office/drawing/2014/main" id="{F4D5EA1B-2B03-4648-9E53-457DA70AB7B0}"/>
              </a:ext>
            </a:extLst>
          </p:cNvPr>
          <p:cNvSpPr>
            <a:spLocks noGrp="1"/>
          </p:cNvSpPr>
          <p:nvPr>
            <p:ph type="sldNum" sz="quarter" idx="12"/>
          </p:nvPr>
        </p:nvSpPr>
        <p:spPr/>
        <p:txBody>
          <a:bodyPr/>
          <a:lstStyle/>
          <a:p>
            <a:pPr marL="12700" lvl="0" indent="0" algn="l" rtl="0">
              <a:spcBef>
                <a:spcPts val="0"/>
              </a:spcBef>
              <a:spcAft>
                <a:spcPts val="0"/>
              </a:spcAft>
              <a:buNone/>
            </a:pPr>
            <a:r>
              <a:rPr lang="en-US"/>
              <a:t>PG | </a:t>
            </a:r>
            <a:fld id="{00000000-1234-1234-1234-123412341234}" type="slidenum">
              <a:rPr lang="en-US" smtClean="0"/>
              <a:t>‹#›</a:t>
            </a:fld>
            <a:endParaRPr dirty="0"/>
          </a:p>
        </p:txBody>
      </p:sp>
    </p:spTree>
    <p:extLst>
      <p:ext uri="{BB962C8B-B14F-4D97-AF65-F5344CB8AC3E}">
        <p14:creationId xmlns:p14="http://schemas.microsoft.com/office/powerpoint/2010/main" val="26125314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AC993-5235-4402-AFF3-D350843273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239158-7383-4A83-82D9-F0616F1AB9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4227F47-5210-4640-AB26-E93AC717AB0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557151-9703-47EF-A422-858D94697C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E28E71B-F3C7-41E4-ACF0-149A101B3AF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95D1F9-C321-4CE7-85A0-BCBFFD6E42C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a:extLst>
              <a:ext uri="{FF2B5EF4-FFF2-40B4-BE49-F238E27FC236}">
                <a16:creationId xmlns:a16="http://schemas.microsoft.com/office/drawing/2014/main" id="{E4F8CEB3-D1D1-4281-B8A4-353E7100E193}"/>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9" name="Slide Number Placeholder 8">
            <a:extLst>
              <a:ext uri="{FF2B5EF4-FFF2-40B4-BE49-F238E27FC236}">
                <a16:creationId xmlns:a16="http://schemas.microsoft.com/office/drawing/2014/main" id="{633C8B86-081C-4744-A15D-D5BD5BA8D90C}"/>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4758798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C666F-203E-405C-90FB-8737090AA2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74547A-A16E-4FA6-BFB1-8B64178329A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a:extLst>
              <a:ext uri="{FF2B5EF4-FFF2-40B4-BE49-F238E27FC236}">
                <a16:creationId xmlns:a16="http://schemas.microsoft.com/office/drawing/2014/main" id="{705FFCBF-F493-4368-B8A2-659248A7DC42}"/>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5" name="Slide Number Placeholder 4">
            <a:extLst>
              <a:ext uri="{FF2B5EF4-FFF2-40B4-BE49-F238E27FC236}">
                <a16:creationId xmlns:a16="http://schemas.microsoft.com/office/drawing/2014/main" id="{A57881C5-EF55-417D-87C1-6995E175CF18}"/>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3372987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8C88A7-89E8-42C3-9EA8-F9E0B75F1B5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a:extLst>
              <a:ext uri="{FF2B5EF4-FFF2-40B4-BE49-F238E27FC236}">
                <a16:creationId xmlns:a16="http://schemas.microsoft.com/office/drawing/2014/main" id="{F1DAE7B5-162B-4DB2-8A9B-26F5AB4F74F3}"/>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4" name="Slide Number Placeholder 3">
            <a:extLst>
              <a:ext uri="{FF2B5EF4-FFF2-40B4-BE49-F238E27FC236}">
                <a16:creationId xmlns:a16="http://schemas.microsoft.com/office/drawing/2014/main" id="{D1643B4C-8229-4888-8F8C-0AE3C379DDEF}"/>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41642319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DDAC1-B286-4C58-A317-58DAB5F530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8B4CE6-0333-43D1-A116-13D5AF198A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D11070-AAE4-4AB0-B326-12909353A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589F06B-F3CE-458C-B0D8-B7F427648DF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D794A654-3EDB-4288-8852-9B40E7AABF79}"/>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7" name="Slide Number Placeholder 6">
            <a:extLst>
              <a:ext uri="{FF2B5EF4-FFF2-40B4-BE49-F238E27FC236}">
                <a16:creationId xmlns:a16="http://schemas.microsoft.com/office/drawing/2014/main" id="{A3942EA7-18A6-4C30-AC2A-485446BB0428}"/>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33032574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BA83E-6881-4F52-A147-538A11A34C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7548C5-C30A-4C64-AAA5-4C765AA7E8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8F6DFE-E57C-4CD9-8B6E-700BC834D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C0AACDC-0EC3-4BB9-9999-CDFBE73E73E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9C5A4F39-F5A1-41EF-A7A9-2FF0F13B49CA}"/>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7" name="Slide Number Placeholder 6">
            <a:extLst>
              <a:ext uri="{FF2B5EF4-FFF2-40B4-BE49-F238E27FC236}">
                <a16:creationId xmlns:a16="http://schemas.microsoft.com/office/drawing/2014/main" id="{C459649E-20BB-4FE8-ABAD-2B7BA0D4B4F1}"/>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9434047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2578D-9B41-4B4C-82C6-45B4A652DB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BCF438-0854-4482-ADFE-503FFC11A12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5B9A04-05D8-4429-805F-29AD2C385FF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689C5910-E042-40CD-9702-6712245A814E}"/>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6" name="Slide Number Placeholder 5">
            <a:extLst>
              <a:ext uri="{FF2B5EF4-FFF2-40B4-BE49-F238E27FC236}">
                <a16:creationId xmlns:a16="http://schemas.microsoft.com/office/drawing/2014/main" id="{DD89E9C7-4C6E-489D-B235-72651DBBBDFA}"/>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23616119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AA6C99-A47C-4F64-86FA-CABC810113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028274-0470-4701-A5D6-8624F1C0156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33B32-F49B-47D8-8B88-A08FAD5F794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5C37EEC9-E305-43CA-95C5-87E06FF2F037}"/>
              </a:ext>
            </a:extLst>
          </p:cNvPr>
          <p:cNvSpPr>
            <a:spLocks noGrp="1"/>
          </p:cNvSpPr>
          <p:nvPr>
            <p:ph type="ftr" sz="quarter" idx="11"/>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6" name="Slide Number Placeholder 5">
            <a:extLst>
              <a:ext uri="{FF2B5EF4-FFF2-40B4-BE49-F238E27FC236}">
                <a16:creationId xmlns:a16="http://schemas.microsoft.com/office/drawing/2014/main" id="{BAF92661-5544-4316-8D18-E379AECA3888}"/>
              </a:ext>
            </a:extLst>
          </p:cNvPr>
          <p:cNvSpPr>
            <a:spLocks noGrp="1"/>
          </p:cNvSpPr>
          <p:nvPr>
            <p:ph type="sldNum" sz="quarter" idx="12"/>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2956635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1175677" y="358776"/>
            <a:ext cx="160655" cy="121920"/>
          </a:xfrm>
          <a:custGeom>
            <a:avLst/>
            <a:gdLst/>
            <a:ahLst/>
            <a:cxnLst/>
            <a:rect l="l" t="t" r="r" b="b"/>
            <a:pathLst>
              <a:path w="160654" h="121920">
                <a:moveTo>
                  <a:pt x="30599" y="0"/>
                </a:moveTo>
                <a:lnTo>
                  <a:pt x="0" y="25591"/>
                </a:lnTo>
                <a:lnTo>
                  <a:pt x="80200" y="121368"/>
                </a:lnTo>
                <a:lnTo>
                  <a:pt x="132059" y="59204"/>
                </a:lnTo>
                <a:lnTo>
                  <a:pt x="80175" y="59204"/>
                </a:lnTo>
                <a:lnTo>
                  <a:pt x="30599" y="0"/>
                </a:lnTo>
                <a:close/>
              </a:path>
              <a:path w="160654" h="121920">
                <a:moveTo>
                  <a:pt x="129496" y="0"/>
                </a:moveTo>
                <a:lnTo>
                  <a:pt x="80175" y="59204"/>
                </a:lnTo>
                <a:lnTo>
                  <a:pt x="132059" y="59204"/>
                </a:lnTo>
                <a:lnTo>
                  <a:pt x="160121" y="25566"/>
                </a:lnTo>
                <a:lnTo>
                  <a:pt x="129496" y="0"/>
                </a:lnTo>
                <a:close/>
              </a:path>
            </a:pathLst>
          </a:custGeom>
          <a:solidFill>
            <a:srgbClr val="39302D"/>
          </a:solidFill>
        </p:spPr>
        <p:txBody>
          <a:bodyPr wrap="square" lIns="0" tIns="0" rIns="0" bIns="0" rtlCol="0"/>
          <a:lstStyle/>
          <a:p>
            <a:endParaRPr dirty="0"/>
          </a:p>
        </p:txBody>
      </p:sp>
      <p:sp>
        <p:nvSpPr>
          <p:cNvPr id="17" name="bk object 17"/>
          <p:cNvSpPr/>
          <p:nvPr/>
        </p:nvSpPr>
        <p:spPr>
          <a:xfrm>
            <a:off x="11257048" y="727099"/>
            <a:ext cx="139065" cy="136525"/>
          </a:xfrm>
          <a:custGeom>
            <a:avLst/>
            <a:gdLst/>
            <a:ahLst/>
            <a:cxnLst/>
            <a:rect l="l" t="t" r="r" b="b"/>
            <a:pathLst>
              <a:path w="139065" h="136525">
                <a:moveTo>
                  <a:pt x="20260" y="0"/>
                </a:moveTo>
                <a:lnTo>
                  <a:pt x="533" y="34222"/>
                </a:lnTo>
                <a:lnTo>
                  <a:pt x="58658" y="67671"/>
                </a:lnTo>
                <a:lnTo>
                  <a:pt x="0" y="101997"/>
                </a:lnTo>
                <a:lnTo>
                  <a:pt x="19765" y="136283"/>
                </a:lnTo>
                <a:lnTo>
                  <a:pt x="138478" y="68052"/>
                </a:lnTo>
                <a:lnTo>
                  <a:pt x="20260" y="0"/>
                </a:lnTo>
                <a:close/>
              </a:path>
            </a:pathLst>
          </a:custGeom>
          <a:solidFill>
            <a:srgbClr val="39302D"/>
          </a:solidFill>
        </p:spPr>
        <p:txBody>
          <a:bodyPr wrap="square" lIns="0" tIns="0" rIns="0" bIns="0" rtlCol="0"/>
          <a:lstStyle/>
          <a:p>
            <a:endParaRPr dirty="0"/>
          </a:p>
        </p:txBody>
      </p:sp>
      <p:sp>
        <p:nvSpPr>
          <p:cNvPr id="18" name="bk object 18"/>
          <p:cNvSpPr/>
          <p:nvPr/>
        </p:nvSpPr>
        <p:spPr>
          <a:xfrm>
            <a:off x="11319157" y="606792"/>
            <a:ext cx="116205" cy="164465"/>
          </a:xfrm>
          <a:custGeom>
            <a:avLst/>
            <a:gdLst/>
            <a:ahLst/>
            <a:cxnLst/>
            <a:rect l="l" t="t" r="r" b="b"/>
            <a:pathLst>
              <a:path w="116204" h="164465">
                <a:moveTo>
                  <a:pt x="115906" y="85418"/>
                </a:moveTo>
                <a:lnTo>
                  <a:pt x="75996" y="85418"/>
                </a:lnTo>
                <a:lnTo>
                  <a:pt x="75996" y="141310"/>
                </a:lnTo>
                <a:lnTo>
                  <a:pt x="115906" y="164337"/>
                </a:lnTo>
                <a:lnTo>
                  <a:pt x="115906" y="85418"/>
                </a:lnTo>
                <a:close/>
              </a:path>
              <a:path w="116204" h="164465">
                <a:moveTo>
                  <a:pt x="115906" y="0"/>
                </a:moveTo>
                <a:lnTo>
                  <a:pt x="0" y="97109"/>
                </a:lnTo>
                <a:lnTo>
                  <a:pt x="36785" y="118333"/>
                </a:lnTo>
                <a:lnTo>
                  <a:pt x="75996" y="85418"/>
                </a:lnTo>
                <a:lnTo>
                  <a:pt x="115906" y="85418"/>
                </a:lnTo>
                <a:lnTo>
                  <a:pt x="115906" y="0"/>
                </a:lnTo>
                <a:close/>
              </a:path>
            </a:pathLst>
          </a:custGeom>
          <a:solidFill>
            <a:srgbClr val="39302D"/>
          </a:solidFill>
        </p:spPr>
        <p:txBody>
          <a:bodyPr wrap="square" lIns="0" tIns="0" rIns="0" bIns="0" rtlCol="0"/>
          <a:lstStyle/>
          <a:p>
            <a:endParaRPr dirty="0"/>
          </a:p>
        </p:txBody>
      </p:sp>
      <p:sp>
        <p:nvSpPr>
          <p:cNvPr id="19" name="bk object 19"/>
          <p:cNvSpPr/>
          <p:nvPr/>
        </p:nvSpPr>
        <p:spPr>
          <a:xfrm>
            <a:off x="11183740" y="587519"/>
            <a:ext cx="212090" cy="104775"/>
          </a:xfrm>
          <a:custGeom>
            <a:avLst/>
            <a:gdLst/>
            <a:ahLst/>
            <a:cxnLst/>
            <a:rect l="l" t="t" r="r" b="b"/>
            <a:pathLst>
              <a:path w="212090" h="104775">
                <a:moveTo>
                  <a:pt x="211755" y="0"/>
                </a:moveTo>
                <a:lnTo>
                  <a:pt x="33456" y="0"/>
                </a:lnTo>
                <a:lnTo>
                  <a:pt x="0" y="39858"/>
                </a:lnTo>
                <a:lnTo>
                  <a:pt x="102188" y="39858"/>
                </a:lnTo>
                <a:lnTo>
                  <a:pt x="61287" y="74184"/>
                </a:lnTo>
                <a:lnTo>
                  <a:pt x="86945" y="104725"/>
                </a:lnTo>
                <a:lnTo>
                  <a:pt x="211755" y="0"/>
                </a:lnTo>
                <a:close/>
              </a:path>
            </a:pathLst>
          </a:custGeom>
          <a:solidFill>
            <a:srgbClr val="39302D"/>
          </a:solidFill>
        </p:spPr>
        <p:txBody>
          <a:bodyPr wrap="square" lIns="0" tIns="0" rIns="0" bIns="0" rtlCol="0"/>
          <a:lstStyle/>
          <a:p>
            <a:endParaRPr dirty="0"/>
          </a:p>
        </p:txBody>
      </p:sp>
      <p:sp>
        <p:nvSpPr>
          <p:cNvPr id="20" name="bk object 20"/>
          <p:cNvSpPr/>
          <p:nvPr/>
        </p:nvSpPr>
        <p:spPr>
          <a:xfrm>
            <a:off x="11036230" y="533092"/>
            <a:ext cx="174625" cy="109855"/>
          </a:xfrm>
          <a:custGeom>
            <a:avLst/>
            <a:gdLst/>
            <a:ahLst/>
            <a:cxnLst/>
            <a:rect l="l" t="t" r="r" b="b"/>
            <a:pathLst>
              <a:path w="174625" h="109854">
                <a:moveTo>
                  <a:pt x="174589" y="0"/>
                </a:moveTo>
                <a:lnTo>
                  <a:pt x="0" y="0"/>
                </a:lnTo>
                <a:lnTo>
                  <a:pt x="22901" y="39858"/>
                </a:lnTo>
                <a:lnTo>
                  <a:pt x="88825" y="39858"/>
                </a:lnTo>
                <a:lnTo>
                  <a:pt x="51988" y="83577"/>
                </a:lnTo>
                <a:lnTo>
                  <a:pt x="82511" y="109270"/>
                </a:lnTo>
                <a:lnTo>
                  <a:pt x="174589" y="0"/>
                </a:lnTo>
                <a:close/>
              </a:path>
            </a:pathLst>
          </a:custGeom>
          <a:solidFill>
            <a:srgbClr val="39302D"/>
          </a:solidFill>
        </p:spPr>
        <p:txBody>
          <a:bodyPr wrap="square" lIns="0" tIns="0" rIns="0" bIns="0" rtlCol="0"/>
          <a:lstStyle/>
          <a:p>
            <a:endParaRPr dirty="0"/>
          </a:p>
        </p:txBody>
      </p:sp>
      <p:sp>
        <p:nvSpPr>
          <p:cNvPr id="21" name="bk object 21"/>
          <p:cNvSpPr/>
          <p:nvPr/>
        </p:nvSpPr>
        <p:spPr>
          <a:xfrm>
            <a:off x="11036230" y="383919"/>
            <a:ext cx="179070" cy="109855"/>
          </a:xfrm>
          <a:custGeom>
            <a:avLst/>
            <a:gdLst/>
            <a:ahLst/>
            <a:cxnLst/>
            <a:rect l="l" t="t" r="r" b="b"/>
            <a:pathLst>
              <a:path w="179070" h="109854">
                <a:moveTo>
                  <a:pt x="86881" y="0"/>
                </a:moveTo>
                <a:lnTo>
                  <a:pt x="56358" y="25692"/>
                </a:lnTo>
                <a:lnTo>
                  <a:pt x="93195" y="69411"/>
                </a:lnTo>
                <a:lnTo>
                  <a:pt x="22901" y="69411"/>
                </a:lnTo>
                <a:lnTo>
                  <a:pt x="0" y="109270"/>
                </a:lnTo>
                <a:lnTo>
                  <a:pt x="178959" y="109270"/>
                </a:lnTo>
                <a:lnTo>
                  <a:pt x="86881" y="0"/>
                </a:lnTo>
                <a:close/>
              </a:path>
            </a:pathLst>
          </a:custGeom>
          <a:solidFill>
            <a:srgbClr val="39302D"/>
          </a:solidFill>
        </p:spPr>
        <p:txBody>
          <a:bodyPr wrap="square" lIns="0" tIns="0" rIns="0" bIns="0" rtlCol="0"/>
          <a:lstStyle/>
          <a:p>
            <a:endParaRPr dirty="0"/>
          </a:p>
        </p:txBody>
      </p:sp>
      <p:sp>
        <p:nvSpPr>
          <p:cNvPr id="22" name="bk object 22"/>
          <p:cNvSpPr/>
          <p:nvPr/>
        </p:nvSpPr>
        <p:spPr>
          <a:xfrm>
            <a:off x="11250579" y="375663"/>
            <a:ext cx="145415" cy="172085"/>
          </a:xfrm>
          <a:custGeom>
            <a:avLst/>
            <a:gdLst/>
            <a:ahLst/>
            <a:cxnLst/>
            <a:rect l="l" t="t" r="r" b="b"/>
            <a:pathLst>
              <a:path w="145415" h="172084">
                <a:moveTo>
                  <a:pt x="144931" y="0"/>
                </a:moveTo>
                <a:lnTo>
                  <a:pt x="0" y="172004"/>
                </a:lnTo>
                <a:lnTo>
                  <a:pt x="52167" y="172004"/>
                </a:lnTo>
                <a:lnTo>
                  <a:pt x="105021" y="109283"/>
                </a:lnTo>
                <a:lnTo>
                  <a:pt x="144923" y="109283"/>
                </a:lnTo>
                <a:lnTo>
                  <a:pt x="144931" y="0"/>
                </a:lnTo>
                <a:close/>
              </a:path>
              <a:path w="145415" h="172084">
                <a:moveTo>
                  <a:pt x="144923" y="109283"/>
                </a:moveTo>
                <a:lnTo>
                  <a:pt x="105021" y="109283"/>
                </a:lnTo>
                <a:lnTo>
                  <a:pt x="105008" y="172004"/>
                </a:lnTo>
                <a:lnTo>
                  <a:pt x="144918" y="172004"/>
                </a:lnTo>
                <a:lnTo>
                  <a:pt x="144923" y="109283"/>
                </a:lnTo>
                <a:close/>
              </a:path>
            </a:pathLst>
          </a:custGeom>
          <a:solidFill>
            <a:srgbClr val="39302D"/>
          </a:solidFill>
        </p:spPr>
        <p:txBody>
          <a:bodyPr wrap="square" lIns="0" tIns="0" rIns="0" bIns="0" rtlCol="0"/>
          <a:lstStyle/>
          <a:p>
            <a:endParaRPr dirty="0"/>
          </a:p>
        </p:txBody>
      </p:sp>
      <p:sp>
        <p:nvSpPr>
          <p:cNvPr id="23" name="bk object 23"/>
          <p:cNvSpPr/>
          <p:nvPr/>
        </p:nvSpPr>
        <p:spPr>
          <a:xfrm>
            <a:off x="11435381" y="406519"/>
            <a:ext cx="108585" cy="179070"/>
          </a:xfrm>
          <a:custGeom>
            <a:avLst/>
            <a:gdLst/>
            <a:ahLst/>
            <a:cxnLst/>
            <a:rect l="l" t="t" r="r" b="b"/>
            <a:pathLst>
              <a:path w="108584" h="179070">
                <a:moveTo>
                  <a:pt x="0" y="0"/>
                </a:moveTo>
                <a:lnTo>
                  <a:pt x="0" y="178846"/>
                </a:lnTo>
                <a:lnTo>
                  <a:pt x="108437" y="128197"/>
                </a:lnTo>
                <a:lnTo>
                  <a:pt x="98282" y="116188"/>
                </a:lnTo>
                <a:lnTo>
                  <a:pt x="39909" y="116188"/>
                </a:lnTo>
                <a:lnTo>
                  <a:pt x="39909" y="47183"/>
                </a:lnTo>
                <a:lnTo>
                  <a:pt x="0" y="0"/>
                </a:lnTo>
                <a:close/>
              </a:path>
              <a:path w="108584" h="179070">
                <a:moveTo>
                  <a:pt x="81751" y="96639"/>
                </a:moveTo>
                <a:lnTo>
                  <a:pt x="39909" y="116188"/>
                </a:lnTo>
                <a:lnTo>
                  <a:pt x="98282" y="116188"/>
                </a:lnTo>
                <a:lnTo>
                  <a:pt x="81751" y="96639"/>
                </a:lnTo>
                <a:close/>
              </a:path>
            </a:pathLst>
          </a:custGeom>
          <a:solidFill>
            <a:srgbClr val="39302D"/>
          </a:solidFill>
        </p:spPr>
        <p:txBody>
          <a:bodyPr wrap="square" lIns="0" tIns="0" rIns="0" bIns="0" rtlCol="0"/>
          <a:lstStyle/>
          <a:p>
            <a:endParaRPr dirty="0"/>
          </a:p>
        </p:txBody>
      </p:sp>
      <p:sp>
        <p:nvSpPr>
          <p:cNvPr id="24" name="bk object 24"/>
          <p:cNvSpPr/>
          <p:nvPr/>
        </p:nvSpPr>
        <p:spPr>
          <a:xfrm>
            <a:off x="11474833" y="587505"/>
            <a:ext cx="194310" cy="161925"/>
          </a:xfrm>
          <a:custGeom>
            <a:avLst/>
            <a:gdLst/>
            <a:ahLst/>
            <a:cxnLst/>
            <a:rect l="l" t="t" r="r" b="b"/>
            <a:pathLst>
              <a:path w="194309" h="161925">
                <a:moveTo>
                  <a:pt x="194036" y="0"/>
                </a:moveTo>
                <a:lnTo>
                  <a:pt x="0" y="0"/>
                </a:lnTo>
                <a:lnTo>
                  <a:pt x="0" y="40976"/>
                </a:lnTo>
                <a:lnTo>
                  <a:pt x="81027" y="40976"/>
                </a:lnTo>
                <a:lnTo>
                  <a:pt x="0" y="108267"/>
                </a:lnTo>
                <a:lnTo>
                  <a:pt x="0" y="161608"/>
                </a:lnTo>
                <a:lnTo>
                  <a:pt x="194036" y="0"/>
                </a:lnTo>
                <a:close/>
              </a:path>
            </a:pathLst>
          </a:custGeom>
          <a:solidFill>
            <a:srgbClr val="39302D"/>
          </a:solidFill>
        </p:spPr>
        <p:txBody>
          <a:bodyPr wrap="square" lIns="0" tIns="0" rIns="0" bIns="0" rtlCol="0"/>
          <a:lstStyle/>
          <a:p>
            <a:endParaRPr dirty="0"/>
          </a:p>
        </p:txBody>
      </p:sp>
      <p:sp>
        <p:nvSpPr>
          <p:cNvPr id="25" name="bk object 25"/>
          <p:cNvSpPr/>
          <p:nvPr/>
        </p:nvSpPr>
        <p:spPr>
          <a:xfrm>
            <a:off x="11435367" y="761100"/>
            <a:ext cx="98425" cy="200025"/>
          </a:xfrm>
          <a:custGeom>
            <a:avLst/>
            <a:gdLst/>
            <a:ahLst/>
            <a:cxnLst/>
            <a:rect l="l" t="t" r="r" b="b"/>
            <a:pathLst>
              <a:path w="98425" h="200025">
                <a:moveTo>
                  <a:pt x="97958" y="0"/>
                </a:moveTo>
                <a:lnTo>
                  <a:pt x="0" y="56781"/>
                </a:lnTo>
                <a:lnTo>
                  <a:pt x="0" y="199819"/>
                </a:lnTo>
                <a:lnTo>
                  <a:pt x="40328" y="176550"/>
                </a:lnTo>
                <a:lnTo>
                  <a:pt x="40328" y="79922"/>
                </a:lnTo>
                <a:lnTo>
                  <a:pt x="97958" y="46523"/>
                </a:lnTo>
                <a:lnTo>
                  <a:pt x="97958" y="0"/>
                </a:lnTo>
                <a:close/>
              </a:path>
            </a:pathLst>
          </a:custGeom>
          <a:solidFill>
            <a:srgbClr val="39302D"/>
          </a:solidFill>
        </p:spPr>
        <p:txBody>
          <a:bodyPr wrap="square" lIns="0" tIns="0" rIns="0" bIns="0" rtlCol="0"/>
          <a:lstStyle/>
          <a:p>
            <a:endParaRPr dirty="0"/>
          </a:p>
        </p:txBody>
      </p:sp>
      <p:sp>
        <p:nvSpPr>
          <p:cNvPr id="26" name="bk object 26"/>
          <p:cNvSpPr/>
          <p:nvPr/>
        </p:nvSpPr>
        <p:spPr>
          <a:xfrm>
            <a:off x="11291290" y="840814"/>
            <a:ext cx="104775" cy="165735"/>
          </a:xfrm>
          <a:custGeom>
            <a:avLst/>
            <a:gdLst/>
            <a:ahLst/>
            <a:cxnLst/>
            <a:rect l="l" t="t" r="r" b="b"/>
            <a:pathLst>
              <a:path w="104775" h="165734">
                <a:moveTo>
                  <a:pt x="104232" y="69043"/>
                </a:moveTo>
                <a:lnTo>
                  <a:pt x="64361" y="69043"/>
                </a:lnTo>
                <a:lnTo>
                  <a:pt x="64361" y="165658"/>
                </a:lnTo>
                <a:lnTo>
                  <a:pt x="104232" y="142643"/>
                </a:lnTo>
                <a:lnTo>
                  <a:pt x="104232" y="69043"/>
                </a:lnTo>
                <a:close/>
              </a:path>
              <a:path w="104775" h="165734">
                <a:moveTo>
                  <a:pt x="104232" y="0"/>
                </a:moveTo>
                <a:lnTo>
                  <a:pt x="0" y="60182"/>
                </a:lnTo>
                <a:lnTo>
                  <a:pt x="19941" y="94686"/>
                </a:lnTo>
                <a:lnTo>
                  <a:pt x="64361" y="69043"/>
                </a:lnTo>
                <a:lnTo>
                  <a:pt x="104232" y="69043"/>
                </a:lnTo>
                <a:lnTo>
                  <a:pt x="104232" y="0"/>
                </a:lnTo>
                <a:close/>
              </a:path>
            </a:pathLst>
          </a:custGeom>
          <a:solidFill>
            <a:srgbClr val="39302D"/>
          </a:solidFill>
        </p:spPr>
        <p:txBody>
          <a:bodyPr wrap="square" lIns="0" tIns="0" rIns="0" bIns="0" rtlCol="0"/>
          <a:lstStyle/>
          <a:p>
            <a:endParaRPr dirty="0"/>
          </a:p>
        </p:txBody>
      </p:sp>
      <p:sp>
        <p:nvSpPr>
          <p:cNvPr id="2" name="Holder 2"/>
          <p:cNvSpPr>
            <a:spLocks noGrp="1"/>
          </p:cNvSpPr>
          <p:nvPr>
            <p:ph type="title"/>
          </p:nvPr>
        </p:nvSpPr>
        <p:spPr>
          <a:xfrm>
            <a:off x="719137" y="531876"/>
            <a:ext cx="10753725" cy="330200"/>
          </a:xfrm>
          <a:prstGeom prst="rect">
            <a:avLst/>
          </a:prstGeom>
        </p:spPr>
        <p:txBody>
          <a:bodyPr wrap="square" lIns="0" tIns="0" rIns="0" bIns="0">
            <a:spAutoFit/>
          </a:bodyPr>
          <a:lstStyle>
            <a:lvl1pPr>
              <a:defRPr sz="2000" b="1" i="0">
                <a:solidFill>
                  <a:srgbClr val="403937"/>
                </a:solidFill>
                <a:latin typeface="CenturyGothic-Bold"/>
                <a:cs typeface="CenturyGothic-Bold"/>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719137" y="6465736"/>
            <a:ext cx="2622550" cy="150495"/>
          </a:xfrm>
          <a:prstGeom prst="rect">
            <a:avLst/>
          </a:prstGeom>
        </p:spPr>
        <p:txBody>
          <a:bodyPr wrap="square" lIns="0" tIns="0" rIns="0" bIns="0">
            <a:spAutoFit/>
          </a:bodyPr>
          <a:lstStyle>
            <a:lvl1pPr>
              <a:defRPr sz="800" b="0" i="0">
                <a:solidFill>
                  <a:srgbClr val="898989"/>
                </a:solidFill>
                <a:latin typeface="Century Gothic"/>
                <a:cs typeface="Century Gothic"/>
              </a:defRPr>
            </a:lvl1pPr>
          </a:lstStyle>
          <a:p>
            <a:pPr marL="12700">
              <a:lnSpc>
                <a:spcPct val="100000"/>
              </a:lnSpc>
              <a:spcBef>
                <a:spcPts val="105"/>
              </a:spcBef>
            </a:pPr>
            <a:r>
              <a:rPr spc="-5" dirty="0"/>
              <a:t>NCBA </a:t>
            </a:r>
            <a:r>
              <a:rPr dirty="0"/>
              <a:t>| Presentation title goes </a:t>
            </a:r>
            <a:r>
              <a:rPr spc="-5" dirty="0"/>
              <a:t>here </a:t>
            </a:r>
            <a:r>
              <a:rPr dirty="0"/>
              <a:t>| </a:t>
            </a:r>
            <a:r>
              <a:rPr spc="-5" dirty="0"/>
              <a:t>00 Month</a:t>
            </a:r>
            <a:r>
              <a:rPr spc="-25" dirty="0"/>
              <a:t> </a:t>
            </a:r>
            <a:r>
              <a:rPr spc="-10" dirty="0"/>
              <a:t>2020</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8/29/2025</a:t>
            </a:fld>
            <a:endParaRPr lang="en-US" dirty="0"/>
          </a:p>
        </p:txBody>
      </p:sp>
      <p:sp>
        <p:nvSpPr>
          <p:cNvPr id="6" name="Holder 6"/>
          <p:cNvSpPr>
            <a:spLocks noGrp="1"/>
          </p:cNvSpPr>
          <p:nvPr>
            <p:ph type="sldNum" sz="quarter" idx="7"/>
          </p:nvPr>
        </p:nvSpPr>
        <p:spPr>
          <a:xfrm>
            <a:off x="11385550" y="6465736"/>
            <a:ext cx="437515" cy="150495"/>
          </a:xfrm>
          <a:prstGeom prst="rect">
            <a:avLst/>
          </a:prstGeom>
        </p:spPr>
        <p:txBody>
          <a:bodyPr wrap="square" lIns="0" tIns="0" rIns="0" bIns="0">
            <a:spAutoFit/>
          </a:bodyPr>
          <a:lstStyle>
            <a:lvl1pPr>
              <a:defRPr sz="800" b="0" i="0">
                <a:solidFill>
                  <a:srgbClr val="898989"/>
                </a:solidFill>
                <a:latin typeface="Century Gothic"/>
                <a:cs typeface="Century Gothic"/>
              </a:defRPr>
            </a:lvl1pPr>
          </a:lstStyle>
          <a:p>
            <a:pPr marL="12700">
              <a:lnSpc>
                <a:spcPct val="100000"/>
              </a:lnSpc>
              <a:spcBef>
                <a:spcPts val="105"/>
              </a:spcBef>
            </a:pPr>
            <a:r>
              <a:rPr dirty="0"/>
              <a:t>PG |</a:t>
            </a:r>
            <a:r>
              <a:rPr spc="-55" dirty="0"/>
              <a:t> </a:t>
            </a: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778" r:id="rId6"/>
    <p:sldLayoutId id="2147483779" r:id="rId7"/>
    <p:sldLayoutId id="2147483780" r:id="rId8"/>
    <p:sldLayoutId id="2147483781" r:id="rId9"/>
    <p:sldLayoutId id="2147483782" r:id="rId10"/>
    <p:sldLayoutId id="2147483784" r:id="rId11"/>
    <p:sldLayoutId id="2147483785" r:id="rId1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76226370"/>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41A00C-79BB-466A-BE28-834F1231A947}"/>
              </a:ext>
            </a:extLst>
          </p:cNvPr>
          <p:cNvSpPr>
            <a:spLocks noGrp="1"/>
          </p:cNvSpPr>
          <p:nvPr>
            <p:ph type="title"/>
          </p:nvPr>
        </p:nvSpPr>
        <p:spPr>
          <a:xfrm>
            <a:off x="177802" y="162106"/>
            <a:ext cx="11836399" cy="52881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857179EF-23B6-4AE2-BD27-CFCB26C5F5A8}"/>
              </a:ext>
            </a:extLst>
          </p:cNvPr>
          <p:cNvSpPr>
            <a:spLocks noGrp="1"/>
          </p:cNvSpPr>
          <p:nvPr>
            <p:ph type="body" idx="1"/>
          </p:nvPr>
        </p:nvSpPr>
        <p:spPr>
          <a:xfrm>
            <a:off x="177800" y="939800"/>
            <a:ext cx="11834867" cy="5613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1A82B4AE-7AE1-4763-86E9-6ACFB3FA5D99}"/>
              </a:ext>
            </a:extLst>
          </p:cNvPr>
          <p:cNvSpPr>
            <a:spLocks noGrp="1"/>
          </p:cNvSpPr>
          <p:nvPr>
            <p:ph type="sldNum" sz="quarter" idx="4"/>
          </p:nvPr>
        </p:nvSpPr>
        <p:spPr>
          <a:xfrm>
            <a:off x="11801965" y="6644497"/>
            <a:ext cx="376784" cy="195331"/>
          </a:xfrm>
          <a:prstGeom prst="rect">
            <a:avLst/>
          </a:prstGeom>
        </p:spPr>
        <p:txBody>
          <a:bodyPr vert="horz" lIns="91440" tIns="45720" rIns="91440" bIns="45720" rtlCol="0" anchor="ctr"/>
          <a:lstStyle>
            <a:lvl1pPr algn="ctr">
              <a:defRPr sz="900" b="0">
                <a:solidFill>
                  <a:schemeClr val="tx2">
                    <a:lumMod val="65000"/>
                    <a:lumOff val="35000"/>
                  </a:schemeClr>
                </a:solidFill>
                <a:latin typeface="Arial" panose="020B0604020202020204" pitchFamily="34" charset="0"/>
                <a:cs typeface="Arial" panose="020B0604020202020204" pitchFamily="34" charset="0"/>
              </a:defRPr>
            </a:lvl1pPr>
          </a:lstStyle>
          <a:p>
            <a:fld id="{3CD8D0B9-9C32-482A-ACB6-AAA4373A3EAC}" type="slidenum">
              <a:rPr lang="en-US" smtClean="0"/>
              <a:t>‹#›</a:t>
            </a:fld>
            <a:endParaRPr lang="en-US" dirty="0"/>
          </a:p>
        </p:txBody>
      </p:sp>
      <p:sp>
        <p:nvSpPr>
          <p:cNvPr id="4" name="Date Placeholder 3">
            <a:extLst>
              <a:ext uri="{FF2B5EF4-FFF2-40B4-BE49-F238E27FC236}">
                <a16:creationId xmlns:a16="http://schemas.microsoft.com/office/drawing/2014/main" id="{7AA4D8E6-ACCC-489F-A06B-343DB3249071}"/>
              </a:ext>
            </a:extLst>
          </p:cNvPr>
          <p:cNvSpPr>
            <a:spLocks noGrp="1"/>
          </p:cNvSpPr>
          <p:nvPr>
            <p:ph type="dt" sz="half" idx="2"/>
          </p:nvPr>
        </p:nvSpPr>
        <p:spPr>
          <a:xfrm>
            <a:off x="166690" y="6678175"/>
            <a:ext cx="990599" cy="127975"/>
          </a:xfrm>
          <a:prstGeom prst="rect">
            <a:avLst/>
          </a:prstGeom>
        </p:spPr>
        <p:txBody>
          <a:bodyPr vert="horz" lIns="91440" tIns="45720" rIns="91440" bIns="45720" rtlCol="0" anchor="ctr"/>
          <a:lstStyle>
            <a:lvl1pPr algn="l">
              <a:defRPr sz="900">
                <a:solidFill>
                  <a:schemeClr val="tx1">
                    <a:lumMod val="75000"/>
                    <a:lumOff val="25000"/>
                  </a:schemeClr>
                </a:solidFill>
                <a:latin typeface="Arial" panose="020B0604020202020204" pitchFamily="34" charset="0"/>
                <a:cs typeface="Arial" panose="020B0604020202020204" pitchFamily="34" charset="0"/>
              </a:defRPr>
            </a:lvl1pPr>
          </a:lstStyle>
          <a:p>
            <a:fld id="{05585CD8-8523-484D-B0EE-8565A37D624F}" type="datetimeFigureOut">
              <a:rPr lang="en-US" smtClean="0"/>
              <a:t>8/29/2025</a:t>
            </a:fld>
            <a:endParaRPr lang="en-US" dirty="0"/>
          </a:p>
        </p:txBody>
      </p:sp>
      <p:sp>
        <p:nvSpPr>
          <p:cNvPr id="5" name="Footer Placeholder 4">
            <a:extLst>
              <a:ext uri="{FF2B5EF4-FFF2-40B4-BE49-F238E27FC236}">
                <a16:creationId xmlns:a16="http://schemas.microsoft.com/office/drawing/2014/main" id="{ED2E0927-6034-4577-B629-E0121799B9CB}"/>
              </a:ext>
            </a:extLst>
          </p:cNvPr>
          <p:cNvSpPr>
            <a:spLocks noGrp="1"/>
          </p:cNvSpPr>
          <p:nvPr>
            <p:ph type="ftr" sz="quarter" idx="3"/>
          </p:nvPr>
        </p:nvSpPr>
        <p:spPr>
          <a:xfrm>
            <a:off x="4038600" y="6678175"/>
            <a:ext cx="4114800" cy="127975"/>
          </a:xfrm>
          <a:prstGeom prst="rect">
            <a:avLst/>
          </a:prstGeom>
        </p:spPr>
        <p:txBody>
          <a:bodyPr vert="horz" lIns="91440" tIns="45720" rIns="91440" bIns="45720" rtlCol="0" anchor="ctr"/>
          <a:lstStyle>
            <a:lvl1pPr algn="ctr">
              <a:defRPr sz="900">
                <a:solidFill>
                  <a:schemeClr val="tx1">
                    <a:lumMod val="75000"/>
                    <a:lumOff val="25000"/>
                  </a:schemeClr>
                </a:solidFill>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3233495996"/>
      </p:ext>
    </p:extLst>
  </p:cSld>
  <p:clrMap bg1="lt1" tx1="dk1" bg2="lt2" tx2="dk2" accent1="accent1" accent2="accent2" accent3="accent3" accent4="accent4" accent5="accent5" accent6="accent6" hlink="hlink" folHlink="folHlink"/>
  <p:sldLayoutIdLst>
    <p:sldLayoutId id="2147483704" r:id="rId1"/>
    <p:sldLayoutId id="2147483706" r:id="rId2"/>
    <p:sldLayoutId id="2147483707" r:id="rId3"/>
    <p:sldLayoutId id="2147483708" r:id="rId4"/>
    <p:sldLayoutId id="2147483709" r:id="rId5"/>
    <p:sldLayoutId id="2147483711" r:id="rId6"/>
    <p:sldLayoutId id="2147483712" r:id="rId7"/>
    <p:sldLayoutId id="2147483737" r:id="rId8"/>
    <p:sldLayoutId id="2147483739" r:id="rId9"/>
    <p:sldLayoutId id="2147483740" r:id="rId10"/>
    <p:sldLayoutId id="2147483741" r:id="rId11"/>
    <p:sldLayoutId id="2147483742" r:id="rId12"/>
    <p:sldLayoutId id="2147483743" r:id="rId13"/>
  </p:sldLayoutIdLst>
  <p:txStyles>
    <p:titleStyle>
      <a:lvl1pPr algn="l" defTabSz="914377" rtl="0" eaLnBrk="1" latinLnBrk="0" hangingPunct="1">
        <a:lnSpc>
          <a:spcPct val="100000"/>
        </a:lnSpc>
        <a:spcBef>
          <a:spcPct val="0"/>
        </a:spcBef>
        <a:buNone/>
        <a:defRPr sz="2800" b="1" kern="1200">
          <a:solidFill>
            <a:schemeClr val="tx2">
              <a:lumMod val="85000"/>
              <a:lumOff val="15000"/>
            </a:schemeClr>
          </a:solidFill>
          <a:latin typeface="Century Gothic" panose="020B0502020202020204" pitchFamily="34" charset="0"/>
          <a:ea typeface="+mj-ea"/>
          <a:cs typeface="Times New Roman" panose="02020603050405020304" pitchFamily="18" charset="0"/>
        </a:defRPr>
      </a:lvl1pPr>
    </p:titleStyle>
    <p:bodyStyle>
      <a:lvl1pPr marL="182875" indent="-182875" algn="l" defTabSz="914377" rtl="0" eaLnBrk="1" latinLnBrk="0" hangingPunct="1">
        <a:lnSpc>
          <a:spcPct val="100000"/>
        </a:lnSpc>
        <a:spcBef>
          <a:spcPts val="0"/>
        </a:spcBef>
        <a:buFont typeface="Arial" panose="020B0604020202020204"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182875" indent="-182875" algn="l" defTabSz="914377" rtl="0" eaLnBrk="1" latinLnBrk="0" hangingPunct="1">
        <a:lnSpc>
          <a:spcPct val="100000"/>
        </a:lnSpc>
        <a:spcBef>
          <a:spcPts val="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82875" indent="-182875" algn="l" defTabSz="914377" rtl="0" eaLnBrk="1" latinLnBrk="0" hangingPunct="1">
        <a:lnSpc>
          <a:spcPct val="100000"/>
        </a:lnSpc>
        <a:spcBef>
          <a:spcPts val="0"/>
        </a:spcBef>
        <a:buFont typeface="Arial" panose="020B0604020202020204"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5" indent="-182875" algn="l" defTabSz="914377" rtl="0" eaLnBrk="1" latinLnBrk="0" hangingPunct="1">
        <a:lnSpc>
          <a:spcPct val="100000"/>
        </a:lnSpc>
        <a:spcBef>
          <a:spcPts val="0"/>
        </a:spcBef>
        <a:buFont typeface="Arial" panose="020B0604020202020204"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182875" indent="-182875" algn="l" defTabSz="914377" rtl="0" eaLnBrk="1" latinLnBrk="0" hangingPunct="1">
        <a:lnSpc>
          <a:spcPct val="100000"/>
        </a:lnSpc>
        <a:spcBef>
          <a:spcPts val="0"/>
        </a:spcBef>
        <a:buFont typeface="Arial" panose="020B0604020202020204"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112">
          <p15:clr>
            <a:srgbClr val="F26B43"/>
          </p15:clr>
        </p15:guide>
        <p15:guide id="4" pos="7568">
          <p15:clr>
            <a:srgbClr val="F26B43"/>
          </p15:clr>
        </p15:guide>
        <p15:guide id="6" orient="horz" pos="4161">
          <p15:clr>
            <a:srgbClr val="F26B43"/>
          </p15:clr>
        </p15:guide>
        <p15:guide id="7" orient="horz" pos="96">
          <p15:clr>
            <a:srgbClr val="F26B43"/>
          </p15:clr>
        </p15:guide>
        <p15:guide id="8" orient="horz" pos="576">
          <p15:clr>
            <a:srgbClr val="F26B43"/>
          </p15:clr>
        </p15:guide>
        <p15:guide id="9" orient="horz" pos="44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799213-48CB-48CB-B5A5-3F67D7AEA9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42AA31-F06B-4D44-B8A7-C46EC2382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70B19E-673D-411B-9771-5E7AB716EE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8/29/2025</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C6DB9B1B-9357-445C-AD4F-9055B1B6BE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5" normalizeH="0" baseline="0" noProof="0">
                <a:ln>
                  <a:noFill/>
                </a:ln>
                <a:solidFill>
                  <a:srgbClr val="898989"/>
                </a:solidFill>
                <a:effectLst/>
                <a:uLnTx/>
                <a:uFillTx/>
                <a:latin typeface="Century Gothic"/>
                <a:ea typeface="+mn-ea"/>
              </a:rPr>
              <a:t>NCBA </a:t>
            </a:r>
            <a:r>
              <a:rPr kumimoji="0" lang="en-US" sz="800" b="0" i="0" u="none" strike="noStrike" kern="1200" cap="none" spc="0" normalizeH="0" baseline="0" noProof="0">
                <a:ln>
                  <a:noFill/>
                </a:ln>
                <a:solidFill>
                  <a:srgbClr val="898989"/>
                </a:solidFill>
                <a:effectLst/>
                <a:uLnTx/>
                <a:uFillTx/>
                <a:latin typeface="Century Gothic"/>
                <a:ea typeface="+mn-ea"/>
              </a:rPr>
              <a:t>| Presentation title goes </a:t>
            </a:r>
            <a:r>
              <a:rPr kumimoji="0" lang="en-US" sz="800" b="0" i="0" u="none" strike="noStrike" kern="1200" cap="none" spc="-5" normalizeH="0" baseline="0" noProof="0">
                <a:ln>
                  <a:noFill/>
                </a:ln>
                <a:solidFill>
                  <a:srgbClr val="898989"/>
                </a:solidFill>
                <a:effectLst/>
                <a:uLnTx/>
                <a:uFillTx/>
                <a:latin typeface="Century Gothic"/>
                <a:ea typeface="+mn-ea"/>
              </a:rPr>
              <a:t>here </a:t>
            </a:r>
            <a:r>
              <a:rPr kumimoji="0" lang="en-US" sz="800" b="0" i="0" u="none" strike="noStrike" kern="1200" cap="none" spc="0" normalizeH="0" baseline="0" noProof="0">
                <a:ln>
                  <a:noFill/>
                </a:ln>
                <a:solidFill>
                  <a:srgbClr val="898989"/>
                </a:solidFill>
                <a:effectLst/>
                <a:uLnTx/>
                <a:uFillTx/>
                <a:latin typeface="Century Gothic"/>
                <a:ea typeface="+mn-ea"/>
              </a:rPr>
              <a:t>| </a:t>
            </a:r>
            <a:r>
              <a:rPr kumimoji="0" lang="en-US" sz="800" b="0" i="0" u="none" strike="noStrike" kern="1200" cap="none" spc="-5" normalizeH="0" baseline="0" noProof="0">
                <a:ln>
                  <a:noFill/>
                </a:ln>
                <a:solidFill>
                  <a:srgbClr val="898989"/>
                </a:solidFill>
                <a:effectLst/>
                <a:uLnTx/>
                <a:uFillTx/>
                <a:latin typeface="Century Gothic"/>
                <a:ea typeface="+mn-ea"/>
              </a:rPr>
              <a:t>00 Month</a:t>
            </a:r>
            <a:r>
              <a:rPr kumimoji="0" lang="en-US" sz="800" b="0" i="0" u="none" strike="noStrike" kern="1200" cap="none" spc="-25" normalizeH="0" baseline="0" noProof="0">
                <a:ln>
                  <a:noFill/>
                </a:ln>
                <a:solidFill>
                  <a:srgbClr val="898989"/>
                </a:solidFill>
                <a:effectLst/>
                <a:uLnTx/>
                <a:uFillTx/>
                <a:latin typeface="Century Gothic"/>
                <a:ea typeface="+mn-ea"/>
              </a:rPr>
              <a:t> </a:t>
            </a:r>
            <a:r>
              <a:rPr kumimoji="0" lang="en-US" sz="800" b="0" i="0" u="none" strike="noStrike" kern="1200" cap="none" spc="-10" normalizeH="0" baseline="0" noProof="0">
                <a:ln>
                  <a:noFill/>
                </a:ln>
                <a:solidFill>
                  <a:srgbClr val="898989"/>
                </a:solidFill>
                <a:effectLst/>
                <a:uLnTx/>
                <a:uFillTx/>
                <a:latin typeface="Century Gothic"/>
                <a:ea typeface="+mn-ea"/>
              </a:rPr>
              <a:t>2020</a:t>
            </a:r>
            <a:endParaRPr kumimoji="0" lang="en-US" sz="800" b="0" i="0" u="none" strike="noStrike" kern="1200" cap="none" spc="-10" normalizeH="0" baseline="0" noProof="0" dirty="0">
              <a:ln>
                <a:noFill/>
              </a:ln>
              <a:solidFill>
                <a:srgbClr val="898989"/>
              </a:solidFill>
              <a:effectLst/>
              <a:uLnTx/>
              <a:uFillTx/>
              <a:latin typeface="Century Gothic"/>
              <a:ea typeface="+mn-ea"/>
            </a:endParaRPr>
          </a:p>
        </p:txBody>
      </p:sp>
      <p:sp>
        <p:nvSpPr>
          <p:cNvPr id="6" name="Slide Number Placeholder 5">
            <a:extLst>
              <a:ext uri="{FF2B5EF4-FFF2-40B4-BE49-F238E27FC236}">
                <a16:creationId xmlns:a16="http://schemas.microsoft.com/office/drawing/2014/main" id="{86F74A6C-A730-4C3A-9D60-90CEEA7D11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800" b="0" i="0" u="none" strike="noStrike" kern="1200" cap="none" spc="0" normalizeH="0" baseline="0" noProof="0">
                <a:ln>
                  <a:noFill/>
                </a:ln>
                <a:solidFill>
                  <a:srgbClr val="898989"/>
                </a:solidFill>
                <a:effectLst/>
                <a:uLnTx/>
                <a:uFillTx/>
                <a:latin typeface="Century Gothic"/>
                <a:ea typeface="+mn-ea"/>
              </a:rPr>
              <a:t>PG |</a:t>
            </a:r>
            <a:r>
              <a:rPr kumimoji="0" lang="en-US" sz="800" b="0" i="0" u="none" strike="noStrike" kern="1200" cap="none" spc="-55" normalizeH="0" baseline="0" noProof="0">
                <a:ln>
                  <a:noFill/>
                </a:ln>
                <a:solidFill>
                  <a:srgbClr val="898989"/>
                </a:solidFill>
                <a:effectLst/>
                <a:uLnTx/>
                <a:uFillTx/>
                <a:latin typeface="Century Gothic"/>
                <a:ea typeface="+mn-ea"/>
              </a:rPr>
              <a:t> </a:t>
            </a:r>
            <a:fld id="{81D60167-4931-47E6-BA6A-407CBD079E47}" type="slidenum">
              <a:rPr kumimoji="0" sz="800" b="0" i="0" u="none" strike="noStrike" kern="1200" cap="none" spc="0" normalizeH="0" baseline="0" noProof="0" smtClean="0">
                <a:ln>
                  <a:noFill/>
                </a:ln>
                <a:solidFill>
                  <a:srgbClr val="898989"/>
                </a:solidFill>
                <a:effectLst/>
                <a:uLnTx/>
                <a:uFillTx/>
                <a:latin typeface="Century Gothic"/>
                <a:ea typeface="+mn-ea"/>
              </a:rPr>
              <a:pPr marL="12700" marR="0" lvl="0" indent="0" algn="l" defTabSz="914400" rtl="0" eaLnBrk="1" fontAlgn="auto" latinLnBrk="0" hangingPunct="1">
                <a:lnSpc>
                  <a:spcPct val="100000"/>
                </a:lnSpc>
                <a:spcBef>
                  <a:spcPts val="105"/>
                </a:spcBef>
                <a:spcAft>
                  <a:spcPts val="0"/>
                </a:spcAft>
                <a:buClrTx/>
                <a:buSzTx/>
                <a:buFontTx/>
                <a:buNone/>
                <a:tabLst/>
                <a:defRPr/>
              </a:pPr>
              <a:t>‹#›</a:t>
            </a:fld>
            <a:endParaRPr kumimoji="0" sz="800" b="0" i="0" u="none" strike="noStrike" kern="1200" cap="none" spc="0" normalizeH="0" baseline="0" noProof="0" dirty="0">
              <a:ln>
                <a:noFill/>
              </a:ln>
              <a:solidFill>
                <a:srgbClr val="898989"/>
              </a:solidFill>
              <a:effectLst/>
              <a:uLnTx/>
              <a:uFillTx/>
              <a:latin typeface="Century Gothic"/>
              <a:ea typeface="+mn-ea"/>
            </a:endParaRPr>
          </a:p>
        </p:txBody>
      </p:sp>
    </p:spTree>
    <p:extLst>
      <p:ext uri="{BB962C8B-B14F-4D97-AF65-F5344CB8AC3E}">
        <p14:creationId xmlns:p14="http://schemas.microsoft.com/office/powerpoint/2010/main" val="4035005507"/>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somelink.com/" TargetMode="External"/><Relationship Id="rId1" Type="http://schemas.openxmlformats.org/officeDocument/2006/relationships/slideLayout" Target="../slideLayouts/slideLayout4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4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43.xml"/><Relationship Id="rId6" Type="http://schemas.openxmlformats.org/officeDocument/2006/relationships/image" Target="../media/image11.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3.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3.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43.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43.xml"/><Relationship Id="rId4" Type="http://schemas.openxmlformats.org/officeDocument/2006/relationships/image" Target="../media/image41.jpeg"/></Relationships>
</file>

<file path=ppt/slides/_rels/slide1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43.xml"/><Relationship Id="rId4" Type="http://schemas.openxmlformats.org/officeDocument/2006/relationships/image" Target="../media/image44.jpe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3.xml"/><Relationship Id="rId4" Type="http://schemas.openxmlformats.org/officeDocument/2006/relationships/image" Target="../media/image47.jpe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3.xml"/><Relationship Id="rId5" Type="http://schemas.openxmlformats.org/officeDocument/2006/relationships/image" Target="../media/image1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3.xml"/><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4.png"/><Relationship Id="rId1" Type="http://schemas.openxmlformats.org/officeDocument/2006/relationships/slideLayout" Target="../slideLayouts/slideLayout43.xml"/><Relationship Id="rId5" Type="http://schemas.openxmlformats.org/officeDocument/2006/relationships/image" Target="../media/image57.jpeg"/><Relationship Id="rId4" Type="http://schemas.openxmlformats.org/officeDocument/2006/relationships/image" Target="../media/image56.jpeg"/></Relationships>
</file>

<file path=ppt/slides/_rels/slide2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43.xml"/><Relationship Id="rId5" Type="http://schemas.openxmlformats.org/officeDocument/2006/relationships/image" Target="../media/image61.png"/><Relationship Id="rId4" Type="http://schemas.openxmlformats.org/officeDocument/2006/relationships/image" Target="../media/image60.jpeg"/></Relationships>
</file>

<file path=ppt/slides/_rels/slide2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43.xml"/><Relationship Id="rId6" Type="http://schemas.openxmlformats.org/officeDocument/2006/relationships/image" Target="../media/image61.png"/><Relationship Id="rId5" Type="http://schemas.openxmlformats.org/officeDocument/2006/relationships/image" Target="../media/image65.jpeg"/><Relationship Id="rId4" Type="http://schemas.openxmlformats.org/officeDocument/2006/relationships/image" Target="../media/image64.png"/></Relationships>
</file>

<file path=ppt/slides/_rels/slide2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43.xml"/><Relationship Id="rId4" Type="http://schemas.openxmlformats.org/officeDocument/2006/relationships/image" Target="../media/image68.png"/></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43.xml"/><Relationship Id="rId6" Type="http://schemas.openxmlformats.org/officeDocument/2006/relationships/image" Target="../media/image55.jpg"/><Relationship Id="rId5" Type="http://schemas.openxmlformats.org/officeDocument/2006/relationships/image" Target="../media/image37.jpe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43.xml"/><Relationship Id="rId5" Type="http://schemas.openxmlformats.org/officeDocument/2006/relationships/image" Target="../media/image11.png"/><Relationship Id="rId4" Type="http://schemas.openxmlformats.org/officeDocument/2006/relationships/image" Target="../media/image75.jpeg"/></Relationships>
</file>

<file path=ppt/slides/_rels/slide2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43.xml"/><Relationship Id="rId4" Type="http://schemas.openxmlformats.org/officeDocument/2006/relationships/image" Target="../media/image78.jpeg"/></Relationships>
</file>

<file path=ppt/slides/_rels/slide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jpeg"/><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xml"/><Relationship Id="rId1" Type="http://schemas.openxmlformats.org/officeDocument/2006/relationships/slideLayout" Target="../slideLayouts/slideLayout43.xml"/><Relationship Id="rId4" Type="http://schemas.openxmlformats.org/officeDocument/2006/relationships/image" Target="../media/image82.png"/></Relationships>
</file>

<file path=ppt/slides/_rels/slide2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579" y="0"/>
            <a:ext cx="12188952" cy="6858000"/>
          </a:xfrm>
          <a:prstGeom prst="rect">
            <a:avLst/>
          </a:prstGeom>
          <a:blipFill>
            <a:blip r:embed="rId2" cstate="print"/>
            <a:stretch>
              <a:fillRect/>
            </a:stretch>
          </a:blipFill>
        </p:spPr>
        <p:txBody>
          <a:bodyPr wrap="square" lIns="0" tIns="0" rIns="0" bIns="0" rtlCol="0"/>
          <a:lstStyle/>
          <a:p>
            <a:endParaRPr dirty="0"/>
          </a:p>
        </p:txBody>
      </p:sp>
      <p:sp>
        <p:nvSpPr>
          <p:cNvPr id="3" name="object 3"/>
          <p:cNvSpPr/>
          <p:nvPr/>
        </p:nvSpPr>
        <p:spPr>
          <a:xfrm>
            <a:off x="3657600" y="5338816"/>
            <a:ext cx="241300" cy="292100"/>
          </a:xfrm>
          <a:custGeom>
            <a:avLst/>
            <a:gdLst/>
            <a:ahLst/>
            <a:cxnLst/>
            <a:rect l="l" t="t" r="r" b="b"/>
            <a:pathLst>
              <a:path w="241300" h="292100">
                <a:moveTo>
                  <a:pt x="241298" y="0"/>
                </a:moveTo>
                <a:lnTo>
                  <a:pt x="0" y="292097"/>
                </a:lnTo>
                <a:lnTo>
                  <a:pt x="86850" y="292097"/>
                </a:lnTo>
                <a:lnTo>
                  <a:pt x="174843" y="185574"/>
                </a:lnTo>
                <a:lnTo>
                  <a:pt x="241282" y="185574"/>
                </a:lnTo>
                <a:lnTo>
                  <a:pt x="241298" y="0"/>
                </a:lnTo>
                <a:close/>
              </a:path>
              <a:path w="241300" h="292100">
                <a:moveTo>
                  <a:pt x="241282" y="185574"/>
                </a:moveTo>
                <a:lnTo>
                  <a:pt x="174843" y="185574"/>
                </a:lnTo>
                <a:lnTo>
                  <a:pt x="174843" y="292097"/>
                </a:lnTo>
                <a:lnTo>
                  <a:pt x="241273" y="292097"/>
                </a:lnTo>
                <a:lnTo>
                  <a:pt x="241282" y="185574"/>
                </a:lnTo>
                <a:close/>
              </a:path>
            </a:pathLst>
          </a:custGeom>
          <a:solidFill>
            <a:srgbClr val="3AB3E5"/>
          </a:solidFill>
        </p:spPr>
        <p:txBody>
          <a:bodyPr wrap="square" lIns="0" tIns="0" rIns="0" bIns="0" rtlCol="0"/>
          <a:lstStyle/>
          <a:p>
            <a:endParaRPr dirty="0"/>
          </a:p>
        </p:txBody>
      </p:sp>
      <p:sp>
        <p:nvSpPr>
          <p:cNvPr id="8" name="object 8"/>
          <p:cNvSpPr/>
          <p:nvPr/>
        </p:nvSpPr>
        <p:spPr>
          <a:xfrm>
            <a:off x="10512054" y="587818"/>
            <a:ext cx="286385" cy="327660"/>
          </a:xfrm>
          <a:custGeom>
            <a:avLst/>
            <a:gdLst/>
            <a:ahLst/>
            <a:cxnLst/>
            <a:rect l="l" t="t" r="r" b="b"/>
            <a:pathLst>
              <a:path w="286384" h="327659">
                <a:moveTo>
                  <a:pt x="88176" y="0"/>
                </a:moveTo>
                <a:lnTo>
                  <a:pt x="0" y="0"/>
                </a:lnTo>
                <a:lnTo>
                  <a:pt x="0" y="327127"/>
                </a:lnTo>
                <a:lnTo>
                  <a:pt x="87058" y="327127"/>
                </a:lnTo>
                <a:lnTo>
                  <a:pt x="87058" y="148165"/>
                </a:lnTo>
                <a:lnTo>
                  <a:pt x="176050" y="148165"/>
                </a:lnTo>
                <a:lnTo>
                  <a:pt x="88176" y="0"/>
                </a:lnTo>
                <a:close/>
              </a:path>
              <a:path w="286384" h="327659">
                <a:moveTo>
                  <a:pt x="176050" y="148165"/>
                </a:moveTo>
                <a:lnTo>
                  <a:pt x="88176" y="148165"/>
                </a:lnTo>
                <a:lnTo>
                  <a:pt x="195493" y="327127"/>
                </a:lnTo>
                <a:lnTo>
                  <a:pt x="286376" y="327127"/>
                </a:lnTo>
                <a:lnTo>
                  <a:pt x="286376" y="184357"/>
                </a:lnTo>
                <a:lnTo>
                  <a:pt x="197514" y="184357"/>
                </a:lnTo>
                <a:lnTo>
                  <a:pt x="176050" y="148165"/>
                </a:lnTo>
                <a:close/>
              </a:path>
              <a:path w="286384" h="327659">
                <a:moveTo>
                  <a:pt x="286376" y="0"/>
                </a:moveTo>
                <a:lnTo>
                  <a:pt x="198644" y="0"/>
                </a:lnTo>
                <a:lnTo>
                  <a:pt x="198644" y="184357"/>
                </a:lnTo>
                <a:lnTo>
                  <a:pt x="286376" y="184357"/>
                </a:lnTo>
                <a:lnTo>
                  <a:pt x="286376" y="0"/>
                </a:lnTo>
                <a:close/>
              </a:path>
            </a:pathLst>
          </a:custGeom>
          <a:solidFill>
            <a:srgbClr val="FFFFFF"/>
          </a:solidFill>
        </p:spPr>
        <p:txBody>
          <a:bodyPr wrap="square" lIns="0" tIns="0" rIns="0" bIns="0" rtlCol="0"/>
          <a:lstStyle/>
          <a:p>
            <a:endParaRPr dirty="0"/>
          </a:p>
        </p:txBody>
      </p:sp>
      <p:sp>
        <p:nvSpPr>
          <p:cNvPr id="9" name="object 9"/>
          <p:cNvSpPr/>
          <p:nvPr/>
        </p:nvSpPr>
        <p:spPr>
          <a:xfrm>
            <a:off x="10848308" y="583095"/>
            <a:ext cx="304165" cy="337185"/>
          </a:xfrm>
          <a:custGeom>
            <a:avLst/>
            <a:gdLst/>
            <a:ahLst/>
            <a:cxnLst/>
            <a:rect l="l" t="t" r="r" b="b"/>
            <a:pathLst>
              <a:path w="304165" h="337184">
                <a:moveTo>
                  <a:pt x="170750" y="0"/>
                </a:moveTo>
                <a:lnTo>
                  <a:pt x="132306" y="3416"/>
                </a:lnTo>
                <a:lnTo>
                  <a:pt x="87553" y="17959"/>
                </a:lnTo>
                <a:lnTo>
                  <a:pt x="52204" y="42149"/>
                </a:lnTo>
                <a:lnTo>
                  <a:pt x="25186" y="74573"/>
                </a:lnTo>
                <a:lnTo>
                  <a:pt x="8046" y="113490"/>
                </a:lnTo>
                <a:lnTo>
                  <a:pt x="323" y="157494"/>
                </a:lnTo>
                <a:lnTo>
                  <a:pt x="0" y="169073"/>
                </a:lnTo>
                <a:lnTo>
                  <a:pt x="393" y="182245"/>
                </a:lnTo>
                <a:lnTo>
                  <a:pt x="9767" y="230734"/>
                </a:lnTo>
                <a:lnTo>
                  <a:pt x="29926" y="269893"/>
                </a:lnTo>
                <a:lnTo>
                  <a:pt x="59312" y="300507"/>
                </a:lnTo>
                <a:lnTo>
                  <a:pt x="95702" y="321739"/>
                </a:lnTo>
                <a:lnTo>
                  <a:pt x="137220" y="333787"/>
                </a:lnTo>
                <a:lnTo>
                  <a:pt x="170750" y="336572"/>
                </a:lnTo>
                <a:lnTo>
                  <a:pt x="191029" y="335490"/>
                </a:lnTo>
                <a:lnTo>
                  <a:pt x="229053" y="326831"/>
                </a:lnTo>
                <a:lnTo>
                  <a:pt x="263370" y="309941"/>
                </a:lnTo>
                <a:lnTo>
                  <a:pt x="304158" y="274065"/>
                </a:lnTo>
                <a:lnTo>
                  <a:pt x="278776" y="252257"/>
                </a:lnTo>
                <a:lnTo>
                  <a:pt x="170750" y="252257"/>
                </a:lnTo>
                <a:lnTo>
                  <a:pt x="161940" y="251836"/>
                </a:lnTo>
                <a:lnTo>
                  <a:pt x="124101" y="237585"/>
                </a:lnTo>
                <a:lnTo>
                  <a:pt x="97638" y="200770"/>
                </a:lnTo>
                <a:lnTo>
                  <a:pt x="92240" y="169073"/>
                </a:lnTo>
                <a:lnTo>
                  <a:pt x="92507" y="161128"/>
                </a:lnTo>
                <a:lnTo>
                  <a:pt x="104696" y="120468"/>
                </a:lnTo>
                <a:lnTo>
                  <a:pt x="132327" y="93416"/>
                </a:lnTo>
                <a:lnTo>
                  <a:pt x="162659" y="84315"/>
                </a:lnTo>
                <a:lnTo>
                  <a:pt x="279450" y="84315"/>
                </a:lnTo>
                <a:lnTo>
                  <a:pt x="304158" y="63178"/>
                </a:lnTo>
                <a:lnTo>
                  <a:pt x="275501" y="35466"/>
                </a:lnTo>
                <a:lnTo>
                  <a:pt x="242186" y="15740"/>
                </a:lnTo>
                <a:lnTo>
                  <a:pt x="188631" y="983"/>
                </a:lnTo>
                <a:lnTo>
                  <a:pt x="170750" y="0"/>
                </a:lnTo>
                <a:close/>
              </a:path>
              <a:path w="304165" h="337184">
                <a:moveTo>
                  <a:pt x="240038" y="218974"/>
                </a:moveTo>
                <a:lnTo>
                  <a:pt x="208881" y="243042"/>
                </a:lnTo>
                <a:lnTo>
                  <a:pt x="170750" y="252257"/>
                </a:lnTo>
                <a:lnTo>
                  <a:pt x="278776" y="252257"/>
                </a:lnTo>
                <a:lnTo>
                  <a:pt x="240038" y="218974"/>
                </a:lnTo>
                <a:close/>
              </a:path>
              <a:path w="304165" h="337184">
                <a:moveTo>
                  <a:pt x="279450" y="84315"/>
                </a:moveTo>
                <a:lnTo>
                  <a:pt x="178104" y="84315"/>
                </a:lnTo>
                <a:lnTo>
                  <a:pt x="185332" y="85330"/>
                </a:lnTo>
                <a:lnTo>
                  <a:pt x="199584" y="89367"/>
                </a:lnTo>
                <a:lnTo>
                  <a:pt x="232125" y="109905"/>
                </a:lnTo>
                <a:lnTo>
                  <a:pt x="240038" y="118029"/>
                </a:lnTo>
                <a:lnTo>
                  <a:pt x="279450" y="84315"/>
                </a:lnTo>
                <a:close/>
              </a:path>
            </a:pathLst>
          </a:custGeom>
          <a:solidFill>
            <a:srgbClr val="FFFFFF"/>
          </a:solidFill>
        </p:spPr>
        <p:txBody>
          <a:bodyPr wrap="square" lIns="0" tIns="0" rIns="0" bIns="0" rtlCol="0"/>
          <a:lstStyle/>
          <a:p>
            <a:endParaRPr dirty="0"/>
          </a:p>
        </p:txBody>
      </p:sp>
      <p:sp>
        <p:nvSpPr>
          <p:cNvPr id="10" name="object 10"/>
          <p:cNvSpPr/>
          <p:nvPr/>
        </p:nvSpPr>
        <p:spPr>
          <a:xfrm>
            <a:off x="11195596" y="587818"/>
            <a:ext cx="254000" cy="327660"/>
          </a:xfrm>
          <a:custGeom>
            <a:avLst/>
            <a:gdLst/>
            <a:ahLst/>
            <a:cxnLst/>
            <a:rect l="l" t="t" r="r" b="b"/>
            <a:pathLst>
              <a:path w="254000" h="327659">
                <a:moveTo>
                  <a:pt x="128454" y="0"/>
                </a:moveTo>
                <a:lnTo>
                  <a:pt x="0" y="0"/>
                </a:lnTo>
                <a:lnTo>
                  <a:pt x="0" y="327126"/>
                </a:lnTo>
                <a:lnTo>
                  <a:pt x="150491" y="327126"/>
                </a:lnTo>
                <a:lnTo>
                  <a:pt x="162863" y="326691"/>
                </a:lnTo>
                <a:lnTo>
                  <a:pt x="205332" y="316335"/>
                </a:lnTo>
                <a:lnTo>
                  <a:pt x="239420" y="287386"/>
                </a:lnTo>
                <a:lnTo>
                  <a:pt x="252652" y="252041"/>
                </a:lnTo>
                <a:lnTo>
                  <a:pt x="84809" y="252041"/>
                </a:lnTo>
                <a:lnTo>
                  <a:pt x="84809" y="193127"/>
                </a:lnTo>
                <a:lnTo>
                  <a:pt x="244529" y="193127"/>
                </a:lnTo>
                <a:lnTo>
                  <a:pt x="242990" y="190178"/>
                </a:lnTo>
                <a:lnTo>
                  <a:pt x="211691" y="161618"/>
                </a:lnTo>
                <a:lnTo>
                  <a:pt x="186716" y="152430"/>
                </a:lnTo>
                <a:lnTo>
                  <a:pt x="186716" y="151541"/>
                </a:lnTo>
                <a:lnTo>
                  <a:pt x="220727" y="129047"/>
                </a:lnTo>
                <a:lnTo>
                  <a:pt x="84809" y="129047"/>
                </a:lnTo>
                <a:lnTo>
                  <a:pt x="84809" y="76215"/>
                </a:lnTo>
                <a:lnTo>
                  <a:pt x="236720" y="76215"/>
                </a:lnTo>
                <a:lnTo>
                  <a:pt x="236489" y="70958"/>
                </a:lnTo>
                <a:lnTo>
                  <a:pt x="222374" y="33191"/>
                </a:lnTo>
                <a:lnTo>
                  <a:pt x="186860" y="8728"/>
                </a:lnTo>
                <a:lnTo>
                  <a:pt x="141859" y="351"/>
                </a:lnTo>
                <a:lnTo>
                  <a:pt x="128454" y="0"/>
                </a:lnTo>
                <a:close/>
              </a:path>
              <a:path w="254000" h="327659">
                <a:moveTo>
                  <a:pt x="244529" y="193127"/>
                </a:moveTo>
                <a:lnTo>
                  <a:pt x="123055" y="193127"/>
                </a:lnTo>
                <a:lnTo>
                  <a:pt x="132535" y="193625"/>
                </a:lnTo>
                <a:lnTo>
                  <a:pt x="140740" y="195120"/>
                </a:lnTo>
                <a:lnTo>
                  <a:pt x="147667" y="197615"/>
                </a:lnTo>
                <a:lnTo>
                  <a:pt x="153310" y="201112"/>
                </a:lnTo>
                <a:lnTo>
                  <a:pt x="159979" y="206430"/>
                </a:lnTo>
                <a:lnTo>
                  <a:pt x="163320" y="213514"/>
                </a:lnTo>
                <a:lnTo>
                  <a:pt x="163320" y="231946"/>
                </a:lnTo>
                <a:lnTo>
                  <a:pt x="123499" y="252041"/>
                </a:lnTo>
                <a:lnTo>
                  <a:pt x="252652" y="252041"/>
                </a:lnTo>
                <a:lnTo>
                  <a:pt x="253577" y="244965"/>
                </a:lnTo>
                <a:lnTo>
                  <a:pt x="253986" y="235170"/>
                </a:lnTo>
                <a:lnTo>
                  <a:pt x="253767" y="227906"/>
                </a:lnTo>
                <a:lnTo>
                  <a:pt x="245996" y="195938"/>
                </a:lnTo>
                <a:lnTo>
                  <a:pt x="244529" y="193127"/>
                </a:lnTo>
                <a:close/>
              </a:path>
              <a:path w="254000" h="327659">
                <a:moveTo>
                  <a:pt x="236720" y="76215"/>
                </a:moveTo>
                <a:lnTo>
                  <a:pt x="120655" y="76215"/>
                </a:lnTo>
                <a:lnTo>
                  <a:pt x="127398" y="77407"/>
                </a:lnTo>
                <a:lnTo>
                  <a:pt x="138501" y="82207"/>
                </a:lnTo>
                <a:lnTo>
                  <a:pt x="142552" y="85366"/>
                </a:lnTo>
                <a:lnTo>
                  <a:pt x="147646" y="93149"/>
                </a:lnTo>
                <a:lnTo>
                  <a:pt x="148929" y="97718"/>
                </a:lnTo>
                <a:lnTo>
                  <a:pt x="148929" y="111060"/>
                </a:lnTo>
                <a:lnTo>
                  <a:pt x="113376" y="129047"/>
                </a:lnTo>
                <a:lnTo>
                  <a:pt x="220727" y="129047"/>
                </a:lnTo>
                <a:lnTo>
                  <a:pt x="236101" y="94011"/>
                </a:lnTo>
                <a:lnTo>
                  <a:pt x="236889" y="87233"/>
                </a:lnTo>
                <a:lnTo>
                  <a:pt x="236773" y="77407"/>
                </a:lnTo>
                <a:lnTo>
                  <a:pt x="236720" y="76215"/>
                </a:lnTo>
                <a:close/>
              </a:path>
            </a:pathLst>
          </a:custGeom>
          <a:solidFill>
            <a:srgbClr val="FFFFFF"/>
          </a:solidFill>
        </p:spPr>
        <p:txBody>
          <a:bodyPr wrap="square" lIns="0" tIns="0" rIns="0" bIns="0" rtlCol="0"/>
          <a:lstStyle/>
          <a:p>
            <a:endParaRPr dirty="0"/>
          </a:p>
        </p:txBody>
      </p:sp>
      <p:sp>
        <p:nvSpPr>
          <p:cNvPr id="11" name="object 11"/>
          <p:cNvSpPr/>
          <p:nvPr/>
        </p:nvSpPr>
        <p:spPr>
          <a:xfrm>
            <a:off x="11464345" y="587818"/>
            <a:ext cx="321310" cy="327660"/>
          </a:xfrm>
          <a:custGeom>
            <a:avLst/>
            <a:gdLst/>
            <a:ahLst/>
            <a:cxnLst/>
            <a:rect l="l" t="t" r="r" b="b"/>
            <a:pathLst>
              <a:path w="321309" h="327659">
                <a:moveTo>
                  <a:pt x="202479" y="0"/>
                </a:moveTo>
                <a:lnTo>
                  <a:pt x="118786" y="0"/>
                </a:lnTo>
                <a:lnTo>
                  <a:pt x="0" y="327126"/>
                </a:lnTo>
                <a:lnTo>
                  <a:pt x="91795" y="327126"/>
                </a:lnTo>
                <a:lnTo>
                  <a:pt x="108219" y="274294"/>
                </a:lnTo>
                <a:lnTo>
                  <a:pt x="302072" y="274294"/>
                </a:lnTo>
                <a:lnTo>
                  <a:pt x="275376" y="200769"/>
                </a:lnTo>
                <a:lnTo>
                  <a:pt x="130930" y="200769"/>
                </a:lnTo>
                <a:lnTo>
                  <a:pt x="160182" y="106795"/>
                </a:lnTo>
                <a:lnTo>
                  <a:pt x="241256" y="106795"/>
                </a:lnTo>
                <a:lnTo>
                  <a:pt x="202479" y="0"/>
                </a:lnTo>
                <a:close/>
              </a:path>
              <a:path w="321309" h="327659">
                <a:moveTo>
                  <a:pt x="302072" y="274294"/>
                </a:moveTo>
                <a:lnTo>
                  <a:pt x="213276" y="274294"/>
                </a:lnTo>
                <a:lnTo>
                  <a:pt x="229699" y="327126"/>
                </a:lnTo>
                <a:lnTo>
                  <a:pt x="321255" y="327126"/>
                </a:lnTo>
                <a:lnTo>
                  <a:pt x="302072" y="274294"/>
                </a:lnTo>
                <a:close/>
              </a:path>
              <a:path w="321309" h="327659">
                <a:moveTo>
                  <a:pt x="241256" y="106795"/>
                </a:moveTo>
                <a:lnTo>
                  <a:pt x="161084" y="106795"/>
                </a:lnTo>
                <a:lnTo>
                  <a:pt x="190324" y="200769"/>
                </a:lnTo>
                <a:lnTo>
                  <a:pt x="275376" y="200769"/>
                </a:lnTo>
                <a:lnTo>
                  <a:pt x="241256" y="106795"/>
                </a:lnTo>
                <a:close/>
              </a:path>
            </a:pathLst>
          </a:custGeom>
          <a:solidFill>
            <a:srgbClr val="FFFFFF"/>
          </a:solidFill>
        </p:spPr>
        <p:txBody>
          <a:bodyPr wrap="square" lIns="0" tIns="0" rIns="0" bIns="0" rtlCol="0"/>
          <a:lstStyle/>
          <a:p>
            <a:endParaRPr dirty="0"/>
          </a:p>
        </p:txBody>
      </p:sp>
      <p:sp>
        <p:nvSpPr>
          <p:cNvPr id="12" name="object 12"/>
          <p:cNvSpPr/>
          <p:nvPr/>
        </p:nvSpPr>
        <p:spPr>
          <a:xfrm>
            <a:off x="9931143" y="358766"/>
            <a:ext cx="160655" cy="121920"/>
          </a:xfrm>
          <a:custGeom>
            <a:avLst/>
            <a:gdLst/>
            <a:ahLst/>
            <a:cxnLst/>
            <a:rect l="l" t="t" r="r" b="b"/>
            <a:pathLst>
              <a:path w="160654" h="121920">
                <a:moveTo>
                  <a:pt x="30598" y="0"/>
                </a:moveTo>
                <a:lnTo>
                  <a:pt x="0" y="25604"/>
                </a:lnTo>
                <a:lnTo>
                  <a:pt x="80199" y="121381"/>
                </a:lnTo>
                <a:lnTo>
                  <a:pt x="132067" y="59204"/>
                </a:lnTo>
                <a:lnTo>
                  <a:pt x="80173" y="59204"/>
                </a:lnTo>
                <a:lnTo>
                  <a:pt x="30598" y="0"/>
                </a:lnTo>
                <a:close/>
              </a:path>
              <a:path w="160654" h="121920">
                <a:moveTo>
                  <a:pt x="129495" y="0"/>
                </a:moveTo>
                <a:lnTo>
                  <a:pt x="80173" y="59204"/>
                </a:lnTo>
                <a:lnTo>
                  <a:pt x="132067" y="59204"/>
                </a:lnTo>
                <a:lnTo>
                  <a:pt x="160119" y="25579"/>
                </a:lnTo>
                <a:lnTo>
                  <a:pt x="129495" y="0"/>
                </a:lnTo>
                <a:close/>
              </a:path>
            </a:pathLst>
          </a:custGeom>
          <a:solidFill>
            <a:srgbClr val="FFFFFF"/>
          </a:solidFill>
        </p:spPr>
        <p:txBody>
          <a:bodyPr wrap="square" lIns="0" tIns="0" rIns="0" bIns="0" rtlCol="0"/>
          <a:lstStyle/>
          <a:p>
            <a:endParaRPr dirty="0"/>
          </a:p>
        </p:txBody>
      </p:sp>
      <p:sp>
        <p:nvSpPr>
          <p:cNvPr id="13" name="object 13"/>
          <p:cNvSpPr/>
          <p:nvPr/>
        </p:nvSpPr>
        <p:spPr>
          <a:xfrm>
            <a:off x="10012513" y="727096"/>
            <a:ext cx="139065" cy="136525"/>
          </a:xfrm>
          <a:custGeom>
            <a:avLst/>
            <a:gdLst/>
            <a:ahLst/>
            <a:cxnLst/>
            <a:rect l="l" t="t" r="r" b="b"/>
            <a:pathLst>
              <a:path w="139065" h="136525">
                <a:moveTo>
                  <a:pt x="20260" y="0"/>
                </a:moveTo>
                <a:lnTo>
                  <a:pt x="533" y="34222"/>
                </a:lnTo>
                <a:lnTo>
                  <a:pt x="58657" y="67671"/>
                </a:lnTo>
                <a:lnTo>
                  <a:pt x="0" y="101997"/>
                </a:lnTo>
                <a:lnTo>
                  <a:pt x="19765" y="136283"/>
                </a:lnTo>
                <a:lnTo>
                  <a:pt x="138475" y="68052"/>
                </a:lnTo>
                <a:lnTo>
                  <a:pt x="20260" y="0"/>
                </a:lnTo>
                <a:close/>
              </a:path>
            </a:pathLst>
          </a:custGeom>
          <a:solidFill>
            <a:srgbClr val="FFFFFF"/>
          </a:solidFill>
        </p:spPr>
        <p:txBody>
          <a:bodyPr wrap="square" lIns="0" tIns="0" rIns="0" bIns="0" rtlCol="0"/>
          <a:lstStyle/>
          <a:p>
            <a:endParaRPr dirty="0"/>
          </a:p>
        </p:txBody>
      </p:sp>
      <p:sp>
        <p:nvSpPr>
          <p:cNvPr id="14" name="object 14"/>
          <p:cNvSpPr/>
          <p:nvPr/>
        </p:nvSpPr>
        <p:spPr>
          <a:xfrm>
            <a:off x="10074621" y="606789"/>
            <a:ext cx="116205" cy="164465"/>
          </a:xfrm>
          <a:custGeom>
            <a:avLst/>
            <a:gdLst/>
            <a:ahLst/>
            <a:cxnLst/>
            <a:rect l="l" t="t" r="r" b="b"/>
            <a:pathLst>
              <a:path w="116204" h="164465">
                <a:moveTo>
                  <a:pt x="115905" y="85417"/>
                </a:moveTo>
                <a:lnTo>
                  <a:pt x="75995" y="85417"/>
                </a:lnTo>
                <a:lnTo>
                  <a:pt x="75995" y="141310"/>
                </a:lnTo>
                <a:lnTo>
                  <a:pt x="115905" y="164337"/>
                </a:lnTo>
                <a:lnTo>
                  <a:pt x="115905" y="85417"/>
                </a:lnTo>
                <a:close/>
              </a:path>
              <a:path w="116204" h="164465">
                <a:moveTo>
                  <a:pt x="115905" y="0"/>
                </a:moveTo>
                <a:lnTo>
                  <a:pt x="0" y="97109"/>
                </a:lnTo>
                <a:lnTo>
                  <a:pt x="36785" y="118334"/>
                </a:lnTo>
                <a:lnTo>
                  <a:pt x="75995" y="85417"/>
                </a:lnTo>
                <a:lnTo>
                  <a:pt x="115905" y="85417"/>
                </a:lnTo>
                <a:lnTo>
                  <a:pt x="115905" y="0"/>
                </a:lnTo>
                <a:close/>
              </a:path>
            </a:pathLst>
          </a:custGeom>
          <a:solidFill>
            <a:srgbClr val="FFFFFF"/>
          </a:solidFill>
        </p:spPr>
        <p:txBody>
          <a:bodyPr wrap="square" lIns="0" tIns="0" rIns="0" bIns="0" rtlCol="0"/>
          <a:lstStyle/>
          <a:p>
            <a:endParaRPr dirty="0"/>
          </a:p>
        </p:txBody>
      </p:sp>
      <p:sp>
        <p:nvSpPr>
          <p:cNvPr id="15" name="object 15"/>
          <p:cNvSpPr/>
          <p:nvPr/>
        </p:nvSpPr>
        <p:spPr>
          <a:xfrm>
            <a:off x="9939206" y="587529"/>
            <a:ext cx="212090" cy="104775"/>
          </a:xfrm>
          <a:custGeom>
            <a:avLst/>
            <a:gdLst/>
            <a:ahLst/>
            <a:cxnLst/>
            <a:rect l="l" t="t" r="r" b="b"/>
            <a:pathLst>
              <a:path w="212090" h="104775">
                <a:moveTo>
                  <a:pt x="211752" y="0"/>
                </a:moveTo>
                <a:lnTo>
                  <a:pt x="33456" y="0"/>
                </a:lnTo>
                <a:lnTo>
                  <a:pt x="0" y="39846"/>
                </a:lnTo>
                <a:lnTo>
                  <a:pt x="102186" y="39846"/>
                </a:lnTo>
                <a:lnTo>
                  <a:pt x="61286" y="74171"/>
                </a:lnTo>
                <a:lnTo>
                  <a:pt x="86944" y="104712"/>
                </a:lnTo>
                <a:lnTo>
                  <a:pt x="211752" y="0"/>
                </a:lnTo>
                <a:close/>
              </a:path>
            </a:pathLst>
          </a:custGeom>
          <a:solidFill>
            <a:srgbClr val="FFFFFF"/>
          </a:solidFill>
        </p:spPr>
        <p:txBody>
          <a:bodyPr wrap="square" lIns="0" tIns="0" rIns="0" bIns="0" rtlCol="0"/>
          <a:lstStyle/>
          <a:p>
            <a:endParaRPr dirty="0"/>
          </a:p>
        </p:txBody>
      </p:sp>
      <p:sp>
        <p:nvSpPr>
          <p:cNvPr id="16" name="object 16"/>
          <p:cNvSpPr/>
          <p:nvPr/>
        </p:nvSpPr>
        <p:spPr>
          <a:xfrm>
            <a:off x="9791698" y="533095"/>
            <a:ext cx="174625" cy="109855"/>
          </a:xfrm>
          <a:custGeom>
            <a:avLst/>
            <a:gdLst/>
            <a:ahLst/>
            <a:cxnLst/>
            <a:rect l="l" t="t" r="r" b="b"/>
            <a:pathLst>
              <a:path w="174625" h="109854">
                <a:moveTo>
                  <a:pt x="174586" y="0"/>
                </a:moveTo>
                <a:lnTo>
                  <a:pt x="0" y="0"/>
                </a:lnTo>
                <a:lnTo>
                  <a:pt x="22900" y="39860"/>
                </a:lnTo>
                <a:lnTo>
                  <a:pt x="88823" y="39860"/>
                </a:lnTo>
                <a:lnTo>
                  <a:pt x="51988" y="83565"/>
                </a:lnTo>
                <a:lnTo>
                  <a:pt x="82510" y="109259"/>
                </a:lnTo>
                <a:lnTo>
                  <a:pt x="174586" y="0"/>
                </a:lnTo>
                <a:close/>
              </a:path>
            </a:pathLst>
          </a:custGeom>
          <a:solidFill>
            <a:srgbClr val="FFFFFF"/>
          </a:solidFill>
        </p:spPr>
        <p:txBody>
          <a:bodyPr wrap="square" lIns="0" tIns="0" rIns="0" bIns="0" rtlCol="0"/>
          <a:lstStyle/>
          <a:p>
            <a:endParaRPr dirty="0"/>
          </a:p>
        </p:txBody>
      </p:sp>
      <p:sp>
        <p:nvSpPr>
          <p:cNvPr id="17" name="object 17"/>
          <p:cNvSpPr/>
          <p:nvPr/>
        </p:nvSpPr>
        <p:spPr>
          <a:xfrm>
            <a:off x="9791698" y="383928"/>
            <a:ext cx="179070" cy="109855"/>
          </a:xfrm>
          <a:custGeom>
            <a:avLst/>
            <a:gdLst/>
            <a:ahLst/>
            <a:cxnLst/>
            <a:rect l="l" t="t" r="r" b="b"/>
            <a:pathLst>
              <a:path w="179070" h="109854">
                <a:moveTo>
                  <a:pt x="86880" y="0"/>
                </a:moveTo>
                <a:lnTo>
                  <a:pt x="56357" y="25692"/>
                </a:lnTo>
                <a:lnTo>
                  <a:pt x="93193" y="69397"/>
                </a:lnTo>
                <a:lnTo>
                  <a:pt x="22900" y="69397"/>
                </a:lnTo>
                <a:lnTo>
                  <a:pt x="0" y="109258"/>
                </a:lnTo>
                <a:lnTo>
                  <a:pt x="178955" y="109258"/>
                </a:lnTo>
                <a:lnTo>
                  <a:pt x="86880" y="0"/>
                </a:lnTo>
                <a:close/>
              </a:path>
            </a:pathLst>
          </a:custGeom>
          <a:solidFill>
            <a:srgbClr val="FFFFFF"/>
          </a:solidFill>
        </p:spPr>
        <p:txBody>
          <a:bodyPr wrap="square" lIns="0" tIns="0" rIns="0" bIns="0" rtlCol="0"/>
          <a:lstStyle/>
          <a:p>
            <a:endParaRPr dirty="0"/>
          </a:p>
        </p:txBody>
      </p:sp>
      <p:sp>
        <p:nvSpPr>
          <p:cNvPr id="18" name="object 18"/>
          <p:cNvSpPr/>
          <p:nvPr/>
        </p:nvSpPr>
        <p:spPr>
          <a:xfrm>
            <a:off x="10006045" y="375654"/>
            <a:ext cx="145415" cy="172085"/>
          </a:xfrm>
          <a:custGeom>
            <a:avLst/>
            <a:gdLst/>
            <a:ahLst/>
            <a:cxnLst/>
            <a:rect l="l" t="t" r="r" b="b"/>
            <a:pathLst>
              <a:path w="145415" h="172084">
                <a:moveTo>
                  <a:pt x="144927" y="0"/>
                </a:moveTo>
                <a:lnTo>
                  <a:pt x="0" y="172017"/>
                </a:lnTo>
                <a:lnTo>
                  <a:pt x="52166" y="172017"/>
                </a:lnTo>
                <a:lnTo>
                  <a:pt x="105018" y="109296"/>
                </a:lnTo>
                <a:lnTo>
                  <a:pt x="144919" y="109296"/>
                </a:lnTo>
                <a:lnTo>
                  <a:pt x="144927" y="0"/>
                </a:lnTo>
                <a:close/>
              </a:path>
              <a:path w="145415" h="172084">
                <a:moveTo>
                  <a:pt x="144919" y="109296"/>
                </a:moveTo>
                <a:lnTo>
                  <a:pt x="105018" y="109296"/>
                </a:lnTo>
                <a:lnTo>
                  <a:pt x="105006" y="172017"/>
                </a:lnTo>
                <a:lnTo>
                  <a:pt x="144914" y="172017"/>
                </a:lnTo>
                <a:lnTo>
                  <a:pt x="144919" y="109296"/>
                </a:lnTo>
                <a:close/>
              </a:path>
            </a:pathLst>
          </a:custGeom>
          <a:solidFill>
            <a:srgbClr val="FFFFFF"/>
          </a:solidFill>
        </p:spPr>
        <p:txBody>
          <a:bodyPr wrap="square" lIns="0" tIns="0" rIns="0" bIns="0" rtlCol="0"/>
          <a:lstStyle/>
          <a:p>
            <a:endParaRPr dirty="0"/>
          </a:p>
        </p:txBody>
      </p:sp>
      <p:sp>
        <p:nvSpPr>
          <p:cNvPr id="19" name="object 19"/>
          <p:cNvSpPr/>
          <p:nvPr/>
        </p:nvSpPr>
        <p:spPr>
          <a:xfrm>
            <a:off x="10190843" y="406521"/>
            <a:ext cx="108585" cy="179070"/>
          </a:xfrm>
          <a:custGeom>
            <a:avLst/>
            <a:gdLst/>
            <a:ahLst/>
            <a:cxnLst/>
            <a:rect l="l" t="t" r="r" b="b"/>
            <a:pathLst>
              <a:path w="108584" h="179070">
                <a:moveTo>
                  <a:pt x="0" y="0"/>
                </a:moveTo>
                <a:lnTo>
                  <a:pt x="0" y="178846"/>
                </a:lnTo>
                <a:lnTo>
                  <a:pt x="108435" y="128184"/>
                </a:lnTo>
                <a:lnTo>
                  <a:pt x="98275" y="116175"/>
                </a:lnTo>
                <a:lnTo>
                  <a:pt x="39908" y="116175"/>
                </a:lnTo>
                <a:lnTo>
                  <a:pt x="39908" y="47183"/>
                </a:lnTo>
                <a:lnTo>
                  <a:pt x="0" y="0"/>
                </a:lnTo>
                <a:close/>
              </a:path>
              <a:path w="108584" h="179070">
                <a:moveTo>
                  <a:pt x="81748" y="96639"/>
                </a:moveTo>
                <a:lnTo>
                  <a:pt x="39908" y="116175"/>
                </a:lnTo>
                <a:lnTo>
                  <a:pt x="98275" y="116175"/>
                </a:lnTo>
                <a:lnTo>
                  <a:pt x="81748" y="96639"/>
                </a:lnTo>
                <a:close/>
              </a:path>
            </a:pathLst>
          </a:custGeom>
          <a:solidFill>
            <a:srgbClr val="FFFFFF"/>
          </a:solidFill>
        </p:spPr>
        <p:txBody>
          <a:bodyPr wrap="square" lIns="0" tIns="0" rIns="0" bIns="0" rtlCol="0"/>
          <a:lstStyle/>
          <a:p>
            <a:endParaRPr dirty="0"/>
          </a:p>
        </p:txBody>
      </p:sp>
      <p:sp>
        <p:nvSpPr>
          <p:cNvPr id="20" name="object 20"/>
          <p:cNvSpPr/>
          <p:nvPr/>
        </p:nvSpPr>
        <p:spPr>
          <a:xfrm>
            <a:off x="10230294" y="587503"/>
            <a:ext cx="194310" cy="161925"/>
          </a:xfrm>
          <a:custGeom>
            <a:avLst/>
            <a:gdLst/>
            <a:ahLst/>
            <a:cxnLst/>
            <a:rect l="l" t="t" r="r" b="b"/>
            <a:pathLst>
              <a:path w="194309" h="161925">
                <a:moveTo>
                  <a:pt x="194034" y="0"/>
                </a:moveTo>
                <a:lnTo>
                  <a:pt x="0" y="0"/>
                </a:lnTo>
                <a:lnTo>
                  <a:pt x="0" y="40976"/>
                </a:lnTo>
                <a:lnTo>
                  <a:pt x="81025" y="40976"/>
                </a:lnTo>
                <a:lnTo>
                  <a:pt x="0" y="108267"/>
                </a:lnTo>
                <a:lnTo>
                  <a:pt x="0" y="161608"/>
                </a:lnTo>
                <a:lnTo>
                  <a:pt x="194034" y="0"/>
                </a:lnTo>
                <a:close/>
              </a:path>
            </a:pathLst>
          </a:custGeom>
          <a:solidFill>
            <a:srgbClr val="FFFFFF"/>
          </a:solidFill>
        </p:spPr>
        <p:txBody>
          <a:bodyPr wrap="square" lIns="0" tIns="0" rIns="0" bIns="0" rtlCol="0"/>
          <a:lstStyle/>
          <a:p>
            <a:endParaRPr dirty="0"/>
          </a:p>
        </p:txBody>
      </p:sp>
      <p:sp>
        <p:nvSpPr>
          <p:cNvPr id="21" name="object 21"/>
          <p:cNvSpPr/>
          <p:nvPr/>
        </p:nvSpPr>
        <p:spPr>
          <a:xfrm>
            <a:off x="10190829" y="761098"/>
            <a:ext cx="98425" cy="200025"/>
          </a:xfrm>
          <a:custGeom>
            <a:avLst/>
            <a:gdLst/>
            <a:ahLst/>
            <a:cxnLst/>
            <a:rect l="l" t="t" r="r" b="b"/>
            <a:pathLst>
              <a:path w="98425" h="200025">
                <a:moveTo>
                  <a:pt x="97956" y="0"/>
                </a:moveTo>
                <a:lnTo>
                  <a:pt x="0" y="56781"/>
                </a:lnTo>
                <a:lnTo>
                  <a:pt x="0" y="199831"/>
                </a:lnTo>
                <a:lnTo>
                  <a:pt x="40327" y="176550"/>
                </a:lnTo>
                <a:lnTo>
                  <a:pt x="40327" y="79922"/>
                </a:lnTo>
                <a:lnTo>
                  <a:pt x="97956" y="46523"/>
                </a:lnTo>
                <a:lnTo>
                  <a:pt x="97956" y="0"/>
                </a:lnTo>
                <a:close/>
              </a:path>
            </a:pathLst>
          </a:custGeom>
          <a:solidFill>
            <a:srgbClr val="FFFFFF"/>
          </a:solidFill>
        </p:spPr>
        <p:txBody>
          <a:bodyPr wrap="square" lIns="0" tIns="0" rIns="0" bIns="0" rtlCol="0"/>
          <a:lstStyle/>
          <a:p>
            <a:endParaRPr dirty="0"/>
          </a:p>
        </p:txBody>
      </p:sp>
      <p:sp>
        <p:nvSpPr>
          <p:cNvPr id="22" name="object 22"/>
          <p:cNvSpPr/>
          <p:nvPr/>
        </p:nvSpPr>
        <p:spPr>
          <a:xfrm>
            <a:off x="10046754" y="840804"/>
            <a:ext cx="104775" cy="165735"/>
          </a:xfrm>
          <a:custGeom>
            <a:avLst/>
            <a:gdLst/>
            <a:ahLst/>
            <a:cxnLst/>
            <a:rect l="l" t="t" r="r" b="b"/>
            <a:pathLst>
              <a:path w="104775" h="165734">
                <a:moveTo>
                  <a:pt x="104231" y="69056"/>
                </a:moveTo>
                <a:lnTo>
                  <a:pt x="64361" y="69056"/>
                </a:lnTo>
                <a:lnTo>
                  <a:pt x="64361" y="165671"/>
                </a:lnTo>
                <a:lnTo>
                  <a:pt x="104231" y="142656"/>
                </a:lnTo>
                <a:lnTo>
                  <a:pt x="104231" y="69056"/>
                </a:lnTo>
                <a:close/>
              </a:path>
              <a:path w="104775" h="165734">
                <a:moveTo>
                  <a:pt x="104231" y="0"/>
                </a:moveTo>
                <a:lnTo>
                  <a:pt x="0" y="60195"/>
                </a:lnTo>
                <a:lnTo>
                  <a:pt x="19942" y="94698"/>
                </a:lnTo>
                <a:lnTo>
                  <a:pt x="64361" y="69056"/>
                </a:lnTo>
                <a:lnTo>
                  <a:pt x="104231" y="69056"/>
                </a:lnTo>
                <a:lnTo>
                  <a:pt x="104231" y="0"/>
                </a:lnTo>
                <a:close/>
              </a:path>
            </a:pathLst>
          </a:custGeom>
          <a:solidFill>
            <a:srgbClr val="FFFFFF"/>
          </a:solidFill>
        </p:spPr>
        <p:txBody>
          <a:bodyPr wrap="square" lIns="0" tIns="0" rIns="0" bIns="0" rtlCol="0"/>
          <a:lstStyle/>
          <a:p>
            <a:endParaRPr dirty="0"/>
          </a:p>
        </p:txBody>
      </p:sp>
      <p:sp>
        <p:nvSpPr>
          <p:cNvPr id="23" name="object 23"/>
          <p:cNvSpPr/>
          <p:nvPr/>
        </p:nvSpPr>
        <p:spPr>
          <a:xfrm>
            <a:off x="3595857" y="5581407"/>
            <a:ext cx="1792605" cy="369570"/>
          </a:xfrm>
          <a:custGeom>
            <a:avLst/>
            <a:gdLst/>
            <a:ahLst/>
            <a:cxnLst/>
            <a:rect l="l" t="t" r="r" b="b"/>
            <a:pathLst>
              <a:path w="1792604" h="369570">
                <a:moveTo>
                  <a:pt x="0" y="0"/>
                </a:moveTo>
                <a:lnTo>
                  <a:pt x="1792478" y="0"/>
                </a:lnTo>
                <a:lnTo>
                  <a:pt x="1792478" y="369332"/>
                </a:lnTo>
                <a:lnTo>
                  <a:pt x="0" y="369332"/>
                </a:lnTo>
                <a:lnTo>
                  <a:pt x="0" y="0"/>
                </a:lnTo>
                <a:close/>
              </a:path>
            </a:pathLst>
          </a:custGeom>
          <a:ln w="12700">
            <a:noFill/>
          </a:ln>
        </p:spPr>
        <p:txBody>
          <a:bodyPr wrap="square" lIns="0" tIns="0" rIns="0" bIns="0" rtlCol="0"/>
          <a:lstStyle/>
          <a:p>
            <a:endParaRPr dirty="0"/>
          </a:p>
        </p:txBody>
      </p:sp>
      <p:sp>
        <p:nvSpPr>
          <p:cNvPr id="26" name="object 26"/>
          <p:cNvSpPr txBox="1"/>
          <p:nvPr/>
        </p:nvSpPr>
        <p:spPr>
          <a:xfrm>
            <a:off x="11441110" y="6466332"/>
            <a:ext cx="356870"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898989"/>
                </a:solidFill>
                <a:latin typeface="Century Gothic"/>
                <a:cs typeface="Century Gothic"/>
              </a:rPr>
              <a:t>PG |</a:t>
            </a:r>
            <a:r>
              <a:rPr sz="800" spc="-80" dirty="0">
                <a:solidFill>
                  <a:srgbClr val="898989"/>
                </a:solidFill>
                <a:latin typeface="Century Gothic"/>
                <a:cs typeface="Century Gothic"/>
              </a:rPr>
              <a:t> </a:t>
            </a:r>
            <a:r>
              <a:rPr sz="800" dirty="0">
                <a:solidFill>
                  <a:srgbClr val="898989"/>
                </a:solidFill>
                <a:latin typeface="Century Gothic"/>
                <a:cs typeface="Century Gothic"/>
              </a:rPr>
              <a:t>1</a:t>
            </a:r>
            <a:endParaRPr sz="800" dirty="0">
              <a:latin typeface="Century Gothic"/>
              <a:cs typeface="Century Gothic"/>
            </a:endParaRPr>
          </a:p>
        </p:txBody>
      </p:sp>
      <p:pic>
        <p:nvPicPr>
          <p:cNvPr id="28" name="Picture 27">
            <a:extLst>
              <a:ext uri="{FF2B5EF4-FFF2-40B4-BE49-F238E27FC236}">
                <a16:creationId xmlns:a16="http://schemas.microsoft.com/office/drawing/2014/main" id="{1B7E337B-7D2D-9840-8141-F53B24898B92}"/>
              </a:ext>
            </a:extLst>
          </p:cNvPr>
          <p:cNvPicPr>
            <a:picLocks noChangeAspect="1"/>
          </p:cNvPicPr>
          <p:nvPr/>
        </p:nvPicPr>
        <p:blipFill>
          <a:blip r:embed="rId3"/>
          <a:stretch>
            <a:fillRect/>
          </a:stretch>
        </p:blipFill>
        <p:spPr>
          <a:xfrm>
            <a:off x="-376176" y="0"/>
            <a:ext cx="309035" cy="2043061"/>
          </a:xfrm>
          <a:prstGeom prst="rect">
            <a:avLst/>
          </a:prstGeom>
        </p:spPr>
      </p:pic>
      <p:sp>
        <p:nvSpPr>
          <p:cNvPr id="4" name="object 18">
            <a:extLst>
              <a:ext uri="{FF2B5EF4-FFF2-40B4-BE49-F238E27FC236}">
                <a16:creationId xmlns:a16="http://schemas.microsoft.com/office/drawing/2014/main" id="{75319312-A03F-F345-8863-E2F4A29B89A2}"/>
              </a:ext>
            </a:extLst>
          </p:cNvPr>
          <p:cNvSpPr txBox="1"/>
          <p:nvPr/>
        </p:nvSpPr>
        <p:spPr>
          <a:xfrm rot="21014001">
            <a:off x="427809" y="1857198"/>
            <a:ext cx="9708043" cy="1447191"/>
          </a:xfrm>
          <a:prstGeom prst="rect">
            <a:avLst/>
          </a:prstGeom>
        </p:spPr>
        <p:txBody>
          <a:bodyPr vert="horz" wrap="square" lIns="0" tIns="0" rIns="0" bIns="0" rtlCol="0">
            <a:spAutoFit/>
          </a:bodyPr>
          <a:lstStyle/>
          <a:p>
            <a:pPr algn="ctr">
              <a:lnSpc>
                <a:spcPts val="6000"/>
              </a:lnSpc>
            </a:pPr>
            <a:r>
              <a:rPr lang="en-GB" sz="3600" b="1" spc="-25" dirty="0">
                <a:solidFill>
                  <a:schemeClr val="bg1"/>
                </a:solidFill>
                <a:latin typeface="Century Gothic" panose="020B0502020202020204" pitchFamily="34" charset="0"/>
                <a:cs typeface="CenturyGothic-Bold"/>
              </a:rPr>
              <a:t>NCBA BOOSTA</a:t>
            </a:r>
          </a:p>
          <a:p>
            <a:pPr algn="ctr">
              <a:lnSpc>
                <a:spcPts val="6000"/>
              </a:lnSpc>
            </a:pPr>
            <a:r>
              <a:rPr lang="en-GB" sz="3600" b="1" spc="-25" dirty="0">
                <a:solidFill>
                  <a:srgbClr val="00B0F0"/>
                </a:solidFill>
                <a:latin typeface="Century Gothic" panose="020B0502020202020204" pitchFamily="34" charset="0"/>
                <a:cs typeface="CenturyGothic-Bold"/>
              </a:rPr>
              <a:t>CUSTOMER JOURNEYS</a:t>
            </a:r>
            <a:endParaRPr lang="en-US" sz="3600" b="1" spc="-20" dirty="0">
              <a:solidFill>
                <a:srgbClr val="00B0F0"/>
              </a:solidFill>
              <a:latin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164399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36CC9-A47D-B6C7-7602-43817C8A82FA}"/>
            </a:ext>
          </a:extLst>
        </p:cNvPr>
        <p:cNvGrpSpPr/>
        <p:nvPr/>
      </p:nvGrpSpPr>
      <p:grpSpPr>
        <a:xfrm>
          <a:off x="0" y="0"/>
          <a:ext cx="0" cy="0"/>
          <a:chOff x="0" y="0"/>
          <a:chExt cx="0" cy="0"/>
        </a:xfrm>
      </p:grpSpPr>
      <p:sp>
        <p:nvSpPr>
          <p:cNvPr id="3" name="Shape 58">
            <a:extLst>
              <a:ext uri="{FF2B5EF4-FFF2-40B4-BE49-F238E27FC236}">
                <a16:creationId xmlns:a16="http://schemas.microsoft.com/office/drawing/2014/main" id="{0BD138F1-5B76-8F66-06C0-678A19067D87}"/>
              </a:ext>
            </a:extLst>
          </p:cNvPr>
          <p:cNvSpPr/>
          <p:nvPr/>
        </p:nvSpPr>
        <p:spPr>
          <a:xfrm>
            <a:off x="206044" y="111748"/>
            <a:ext cx="12084794" cy="33855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a:defRPr sz="4200" b="1">
                <a:solidFill>
                  <a:schemeClr val="accent1"/>
                </a:solidFill>
                <a:latin typeface="Calibri"/>
                <a:ea typeface="Calibri"/>
                <a:cs typeface="Calibri"/>
                <a:sym typeface="Calibri"/>
              </a:defRPr>
            </a:lvl1pPr>
          </a:lstStyle>
          <a:p>
            <a:pPr fontAlgn="t"/>
            <a:r>
              <a:rPr lang="en-US" sz="2200" kern="0" dirty="0">
                <a:solidFill>
                  <a:srgbClr val="00B0F0"/>
                </a:solidFill>
                <a:latin typeface="Century Gothic" panose="020B0502020202020204" pitchFamily="34" charset="0"/>
              </a:rPr>
              <a:t>Contact Center Support: </a:t>
            </a:r>
            <a:r>
              <a:rPr lang="en-US" sz="2200" kern="0" dirty="0">
                <a:solidFill>
                  <a:schemeClr val="tx1">
                    <a:lumMod val="85000"/>
                    <a:lumOff val="15000"/>
                  </a:schemeClr>
                </a:solidFill>
                <a:latin typeface="Century Gothic" panose="020B0502020202020204" pitchFamily="34" charset="0"/>
              </a:rPr>
              <a:t>Levels of Support to Customers</a:t>
            </a:r>
            <a:endParaRPr lang="en-US" sz="2200" dirty="0">
              <a:solidFill>
                <a:schemeClr val="tx1">
                  <a:lumMod val="85000"/>
                  <a:lumOff val="15000"/>
                </a:schemeClr>
              </a:solidFill>
              <a:latin typeface="Arial" panose="020B0604020202020204" pitchFamily="34" charset="0"/>
            </a:endParaRPr>
          </a:p>
        </p:txBody>
      </p:sp>
      <p:sp>
        <p:nvSpPr>
          <p:cNvPr id="2" name="TextBox 1">
            <a:extLst>
              <a:ext uri="{FF2B5EF4-FFF2-40B4-BE49-F238E27FC236}">
                <a16:creationId xmlns:a16="http://schemas.microsoft.com/office/drawing/2014/main" id="{9FE4AA29-47FE-A74D-FB22-1E7CF6496F7A}"/>
              </a:ext>
            </a:extLst>
          </p:cNvPr>
          <p:cNvSpPr txBox="1"/>
          <p:nvPr/>
        </p:nvSpPr>
        <p:spPr>
          <a:xfrm>
            <a:off x="2793698" y="1111110"/>
            <a:ext cx="2138867" cy="430887"/>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Customer raises query</a:t>
            </a:r>
          </a:p>
          <a:p>
            <a:pPr marL="171450" indent="-171450">
              <a:buFont typeface="Arial" panose="020B0604020202020204" pitchFamily="34" charset="0"/>
              <a:buChar char="•"/>
            </a:pPr>
            <a:r>
              <a:rPr lang="en-US" sz="1100" dirty="0">
                <a:latin typeface="Century Gothic" panose="020B0502020202020204" pitchFamily="34" charset="0"/>
              </a:rPr>
              <a:t>Call to Contact Center</a:t>
            </a:r>
          </a:p>
        </p:txBody>
      </p:sp>
      <p:sp>
        <p:nvSpPr>
          <p:cNvPr id="5" name="TextBox 4">
            <a:extLst>
              <a:ext uri="{FF2B5EF4-FFF2-40B4-BE49-F238E27FC236}">
                <a16:creationId xmlns:a16="http://schemas.microsoft.com/office/drawing/2014/main" id="{89345144-5F2A-FFE2-3027-E42C9D2FA221}"/>
              </a:ext>
            </a:extLst>
          </p:cNvPr>
          <p:cNvSpPr txBox="1"/>
          <p:nvPr/>
        </p:nvSpPr>
        <p:spPr>
          <a:xfrm>
            <a:off x="9068792" y="1866521"/>
            <a:ext cx="2224826" cy="261610"/>
          </a:xfrm>
          <a:prstGeom prst="rect">
            <a:avLst/>
          </a:prstGeom>
          <a:noFill/>
        </p:spPr>
        <p:txBody>
          <a:bodyPr wrap="square">
            <a:spAutoFit/>
          </a:bodyPr>
          <a:lstStyle/>
          <a:p>
            <a:r>
              <a:rPr kumimoji="0" lang="en-US" sz="1100" b="1" i="0" u="none" strike="noStrike" kern="0" cap="none" spc="0" normalizeH="0" baseline="0" noProof="0" dirty="0">
                <a:ln>
                  <a:noFill/>
                </a:ln>
                <a:solidFill>
                  <a:srgbClr val="00B0F0"/>
                </a:solidFill>
                <a:effectLst/>
                <a:uLnTx/>
                <a:uFillTx/>
                <a:latin typeface="Century Gothic" panose="020B0502020202020204" pitchFamily="34" charset="0"/>
                <a:sym typeface="Calibri"/>
              </a:rPr>
              <a:t>NCBA BOOSTA Digital </a:t>
            </a:r>
            <a:endParaRPr lang="en-US" sz="1100" dirty="0"/>
          </a:p>
        </p:txBody>
      </p:sp>
      <p:pic>
        <p:nvPicPr>
          <p:cNvPr id="6" name="Google Shape;58;p13">
            <a:extLst>
              <a:ext uri="{FF2B5EF4-FFF2-40B4-BE49-F238E27FC236}">
                <a16:creationId xmlns:a16="http://schemas.microsoft.com/office/drawing/2014/main" id="{38A5EFB3-0DD7-A0FF-0E82-6C9E56159F6A}"/>
              </a:ext>
            </a:extLst>
          </p:cNvPr>
          <p:cNvPicPr preferRelativeResize="0"/>
          <p:nvPr/>
        </p:nvPicPr>
        <p:blipFill rotWithShape="1">
          <a:blip r:embed="rId2">
            <a:alphaModFix/>
          </a:blip>
          <a:srcRect l="21388" t="28671" r="13041" b="13053"/>
          <a:stretch/>
        </p:blipFill>
        <p:spPr>
          <a:xfrm>
            <a:off x="8443105" y="363393"/>
            <a:ext cx="2412944" cy="1757044"/>
          </a:xfrm>
          <a:prstGeom prst="rect">
            <a:avLst/>
          </a:prstGeom>
          <a:noFill/>
          <a:ln>
            <a:noFill/>
          </a:ln>
        </p:spPr>
      </p:pic>
      <p:sp>
        <p:nvSpPr>
          <p:cNvPr id="4" name="TextBox 3">
            <a:extLst>
              <a:ext uri="{FF2B5EF4-FFF2-40B4-BE49-F238E27FC236}">
                <a16:creationId xmlns:a16="http://schemas.microsoft.com/office/drawing/2014/main" id="{572DCB45-16CB-E23B-5BD5-86B53B76E9F7}"/>
              </a:ext>
            </a:extLst>
          </p:cNvPr>
          <p:cNvSpPr txBox="1"/>
          <p:nvPr/>
        </p:nvSpPr>
        <p:spPr>
          <a:xfrm>
            <a:off x="5618403" y="2114883"/>
            <a:ext cx="2138867" cy="430887"/>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Login &amp; channel use Query</a:t>
            </a:r>
          </a:p>
          <a:p>
            <a:endParaRPr lang="en-US" sz="1100" b="1" dirty="0">
              <a:latin typeface="Century Gothic" panose="020B0502020202020204" pitchFamily="34" charset="0"/>
            </a:endParaRPr>
          </a:p>
        </p:txBody>
      </p:sp>
      <p:sp>
        <p:nvSpPr>
          <p:cNvPr id="8" name="TextBox 7">
            <a:extLst>
              <a:ext uri="{FF2B5EF4-FFF2-40B4-BE49-F238E27FC236}">
                <a16:creationId xmlns:a16="http://schemas.microsoft.com/office/drawing/2014/main" id="{3E52692C-9B41-F878-8D42-0B1C242871A3}"/>
              </a:ext>
            </a:extLst>
          </p:cNvPr>
          <p:cNvSpPr txBox="1"/>
          <p:nvPr/>
        </p:nvSpPr>
        <p:spPr>
          <a:xfrm>
            <a:off x="2793701" y="2109360"/>
            <a:ext cx="2138867" cy="600164"/>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Limit &amp; Technical Query</a:t>
            </a:r>
          </a:p>
          <a:p>
            <a:pPr marL="171450" indent="-171450">
              <a:buFont typeface="Arial" panose="020B0604020202020204" pitchFamily="34" charset="0"/>
              <a:buChar char="•"/>
            </a:pPr>
            <a:r>
              <a:rPr lang="en-US" sz="1100" dirty="0">
                <a:latin typeface="Century Gothic" panose="020B0502020202020204" pitchFamily="34" charset="0"/>
              </a:rPr>
              <a:t>Client cant access limit</a:t>
            </a:r>
          </a:p>
          <a:p>
            <a:pPr marL="171450" indent="-171450">
              <a:buFont typeface="Arial" panose="020B0604020202020204" pitchFamily="34" charset="0"/>
              <a:buChar char="•"/>
            </a:pPr>
            <a:r>
              <a:rPr lang="en-US" sz="1100" dirty="0">
                <a:latin typeface="Century Gothic" panose="020B0502020202020204" pitchFamily="34" charset="0"/>
              </a:rPr>
              <a:t>Repayment challenge</a:t>
            </a:r>
          </a:p>
        </p:txBody>
      </p:sp>
      <p:sp>
        <p:nvSpPr>
          <p:cNvPr id="11" name="TextBox 10">
            <a:extLst>
              <a:ext uri="{FF2B5EF4-FFF2-40B4-BE49-F238E27FC236}">
                <a16:creationId xmlns:a16="http://schemas.microsoft.com/office/drawing/2014/main" id="{9F035370-CAFE-44AB-DEBD-8C8860F43EFE}"/>
              </a:ext>
            </a:extLst>
          </p:cNvPr>
          <p:cNvSpPr txBox="1"/>
          <p:nvPr/>
        </p:nvSpPr>
        <p:spPr>
          <a:xfrm>
            <a:off x="8717182" y="2403344"/>
            <a:ext cx="3246216" cy="1446550"/>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Support to Contact Center</a:t>
            </a:r>
          </a:p>
          <a:p>
            <a:endParaRPr lang="en-US" sz="1100" dirty="0">
              <a:latin typeface="Century Gothic" panose="020B0502020202020204" pitchFamily="34" charset="0"/>
            </a:endParaRPr>
          </a:p>
          <a:p>
            <a:pPr marL="171450" indent="-171450">
              <a:buFont typeface="Arial" panose="020B0604020202020204" pitchFamily="34" charset="0"/>
              <a:buChar char="•"/>
            </a:pPr>
            <a:r>
              <a:rPr lang="en-US" sz="1100" dirty="0">
                <a:latin typeface="Century Gothic" panose="020B0502020202020204" pitchFamily="34" charset="0"/>
              </a:rPr>
              <a:t>Training conducted</a:t>
            </a:r>
          </a:p>
          <a:p>
            <a:pPr marL="171450" indent="-171450">
              <a:buFont typeface="Arial" panose="020B0604020202020204" pitchFamily="34" charset="0"/>
              <a:buChar char="•"/>
            </a:pPr>
            <a:r>
              <a:rPr lang="en-US" sz="1100" dirty="0">
                <a:latin typeface="Century Gothic" panose="020B0502020202020204" pitchFamily="34" charset="0"/>
              </a:rPr>
              <a:t>Refresher training scheduled on 17</a:t>
            </a:r>
            <a:r>
              <a:rPr lang="en-US" sz="1100" baseline="30000" dirty="0">
                <a:latin typeface="Century Gothic" panose="020B0502020202020204" pitchFamily="34" charset="0"/>
              </a:rPr>
              <a:t>th</a:t>
            </a:r>
            <a:r>
              <a:rPr lang="en-US" sz="1100" dirty="0">
                <a:latin typeface="Century Gothic" panose="020B0502020202020204" pitchFamily="34" charset="0"/>
              </a:rPr>
              <a:t> Sept</a:t>
            </a:r>
          </a:p>
          <a:p>
            <a:pPr marL="171450" indent="-171450">
              <a:buFont typeface="Arial" panose="020B0604020202020204" pitchFamily="34" charset="0"/>
              <a:buChar char="•"/>
            </a:pPr>
            <a:r>
              <a:rPr lang="en-US" sz="1100" dirty="0">
                <a:latin typeface="Century Gothic" panose="020B0502020202020204" pitchFamily="34" charset="0"/>
              </a:rPr>
              <a:t>Quarterly trainings</a:t>
            </a:r>
          </a:p>
          <a:p>
            <a:pPr marL="171450" indent="-171450">
              <a:buFont typeface="Arial" panose="020B0604020202020204" pitchFamily="34" charset="0"/>
              <a:buChar char="•"/>
            </a:pPr>
            <a:r>
              <a:rPr lang="en-US" sz="1100" dirty="0">
                <a:latin typeface="Century Gothic" panose="020B0502020202020204" pitchFamily="34" charset="0"/>
              </a:rPr>
              <a:t>FAQs shared with contact center &amp; branch CPAs</a:t>
            </a:r>
          </a:p>
          <a:p>
            <a:endParaRPr lang="en-US" sz="1100" dirty="0">
              <a:latin typeface="Century Gothic" panose="020B0502020202020204" pitchFamily="34" charset="0"/>
            </a:endParaRPr>
          </a:p>
        </p:txBody>
      </p:sp>
      <p:sp>
        <p:nvSpPr>
          <p:cNvPr id="12" name="TextBox 11">
            <a:extLst>
              <a:ext uri="{FF2B5EF4-FFF2-40B4-BE49-F238E27FC236}">
                <a16:creationId xmlns:a16="http://schemas.microsoft.com/office/drawing/2014/main" id="{5ED71A4B-0353-C71A-A4B9-B178CEE44AA2}"/>
              </a:ext>
            </a:extLst>
          </p:cNvPr>
          <p:cNvSpPr txBox="1"/>
          <p:nvPr/>
        </p:nvSpPr>
        <p:spPr>
          <a:xfrm>
            <a:off x="5618403" y="3338850"/>
            <a:ext cx="2138867" cy="600164"/>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Customer Service </a:t>
            </a:r>
          </a:p>
          <a:p>
            <a:pPr marL="171450" indent="-171450">
              <a:buFont typeface="Arial" panose="020B0604020202020204" pitchFamily="34" charset="0"/>
              <a:buChar char="•"/>
            </a:pPr>
            <a:r>
              <a:rPr lang="en-US" sz="1100" dirty="0">
                <a:latin typeface="Century Gothic" panose="020B0502020202020204" pitchFamily="34" charset="0"/>
              </a:rPr>
              <a:t>Assist with reset and use on APP/web</a:t>
            </a:r>
          </a:p>
        </p:txBody>
      </p:sp>
      <p:sp>
        <p:nvSpPr>
          <p:cNvPr id="13" name="TextBox 12">
            <a:extLst>
              <a:ext uri="{FF2B5EF4-FFF2-40B4-BE49-F238E27FC236}">
                <a16:creationId xmlns:a16="http://schemas.microsoft.com/office/drawing/2014/main" id="{BF8D3F07-3604-ABFC-22AF-D076E1A34F65}"/>
              </a:ext>
            </a:extLst>
          </p:cNvPr>
          <p:cNvSpPr txBox="1"/>
          <p:nvPr/>
        </p:nvSpPr>
        <p:spPr>
          <a:xfrm>
            <a:off x="57049" y="2114882"/>
            <a:ext cx="2323368" cy="600164"/>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Enquiry for Product eligibility?</a:t>
            </a:r>
          </a:p>
          <a:p>
            <a:pPr marL="171450" indent="-171450">
              <a:buFont typeface="Arial" panose="020B0604020202020204" pitchFamily="34" charset="0"/>
              <a:buChar char="•"/>
            </a:pPr>
            <a:r>
              <a:rPr lang="en-US" sz="1100" dirty="0">
                <a:latin typeface="Century Gothic" panose="020B0502020202020204" pitchFamily="34" charset="0"/>
              </a:rPr>
              <a:t>(Means haven’t received invitation to product)</a:t>
            </a:r>
          </a:p>
        </p:txBody>
      </p:sp>
      <p:sp>
        <p:nvSpPr>
          <p:cNvPr id="14" name="TextBox 13">
            <a:extLst>
              <a:ext uri="{FF2B5EF4-FFF2-40B4-BE49-F238E27FC236}">
                <a16:creationId xmlns:a16="http://schemas.microsoft.com/office/drawing/2014/main" id="{2EAC3A61-D592-BEEC-BA73-F92F0DDED45E}"/>
              </a:ext>
            </a:extLst>
          </p:cNvPr>
          <p:cNvSpPr txBox="1"/>
          <p:nvPr/>
        </p:nvSpPr>
        <p:spPr>
          <a:xfrm>
            <a:off x="85207" y="3353615"/>
            <a:ext cx="2267051" cy="430887"/>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Refer customer lead to Branch</a:t>
            </a:r>
          </a:p>
          <a:p>
            <a:pPr marL="171450" indent="-171450">
              <a:buFont typeface="Arial" panose="020B0604020202020204" pitchFamily="34" charset="0"/>
              <a:buChar char="•"/>
            </a:pPr>
            <a:r>
              <a:rPr lang="en-US" sz="1100" dirty="0">
                <a:latin typeface="Century Gothic" panose="020B0502020202020204" pitchFamily="34" charset="0"/>
              </a:rPr>
              <a:t>Ecosystem CPA will own</a:t>
            </a:r>
          </a:p>
        </p:txBody>
      </p:sp>
      <p:sp>
        <p:nvSpPr>
          <p:cNvPr id="15" name="TextBox 14">
            <a:extLst>
              <a:ext uri="{FF2B5EF4-FFF2-40B4-BE49-F238E27FC236}">
                <a16:creationId xmlns:a16="http://schemas.microsoft.com/office/drawing/2014/main" id="{F970C0D1-1E54-CB57-79EA-155B65F866E1}"/>
              </a:ext>
            </a:extLst>
          </p:cNvPr>
          <p:cNvSpPr txBox="1"/>
          <p:nvPr/>
        </p:nvSpPr>
        <p:spPr>
          <a:xfrm>
            <a:off x="2793701" y="3338850"/>
            <a:ext cx="2138867" cy="600164"/>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Refer the issue to Ecosystem team and to Branch</a:t>
            </a:r>
          </a:p>
          <a:p>
            <a:pPr marL="171450" indent="-171450">
              <a:buFont typeface="Arial" panose="020B0604020202020204" pitchFamily="34" charset="0"/>
              <a:buChar char="•"/>
            </a:pPr>
            <a:r>
              <a:rPr lang="en-US" sz="1100" dirty="0">
                <a:latin typeface="Century Gothic" panose="020B0502020202020204" pitchFamily="34" charset="0"/>
              </a:rPr>
              <a:t>David Wanyoike - OPS</a:t>
            </a:r>
          </a:p>
        </p:txBody>
      </p:sp>
      <p:sp>
        <p:nvSpPr>
          <p:cNvPr id="16" name="TextBox 15">
            <a:extLst>
              <a:ext uri="{FF2B5EF4-FFF2-40B4-BE49-F238E27FC236}">
                <a16:creationId xmlns:a16="http://schemas.microsoft.com/office/drawing/2014/main" id="{D9CBA25C-610C-DE4B-AAC3-BFDBFB89B9A2}"/>
              </a:ext>
            </a:extLst>
          </p:cNvPr>
          <p:cNvSpPr txBox="1"/>
          <p:nvPr/>
        </p:nvSpPr>
        <p:spPr>
          <a:xfrm>
            <a:off x="2793700" y="4568340"/>
            <a:ext cx="2138867" cy="769441"/>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Branch to onboard anchor</a:t>
            </a:r>
          </a:p>
          <a:p>
            <a:pPr marL="171450" indent="-171450">
              <a:buFont typeface="Arial" panose="020B0604020202020204" pitchFamily="34" charset="0"/>
              <a:buChar char="•"/>
            </a:pPr>
            <a:r>
              <a:rPr lang="en-US" sz="1100" dirty="0">
                <a:latin typeface="Century Gothic" panose="020B0502020202020204" pitchFamily="34" charset="0"/>
              </a:rPr>
              <a:t>Branch to execute anchor &amp; retailer onboard</a:t>
            </a:r>
          </a:p>
          <a:p>
            <a:pPr marL="171450" indent="-171450">
              <a:buFont typeface="Arial" panose="020B0604020202020204" pitchFamily="34" charset="0"/>
              <a:buChar char="•"/>
            </a:pPr>
            <a:r>
              <a:rPr lang="en-US" sz="1100" dirty="0">
                <a:latin typeface="Century Gothic" panose="020B0502020202020204" pitchFamily="34" charset="0"/>
              </a:rPr>
              <a:t>CPA target client</a:t>
            </a:r>
          </a:p>
        </p:txBody>
      </p:sp>
      <p:sp>
        <p:nvSpPr>
          <p:cNvPr id="17" name="TextBox 16">
            <a:extLst>
              <a:ext uri="{FF2B5EF4-FFF2-40B4-BE49-F238E27FC236}">
                <a16:creationId xmlns:a16="http://schemas.microsoft.com/office/drawing/2014/main" id="{65C74263-6687-848E-2F19-9BF7C87D0B9C}"/>
              </a:ext>
            </a:extLst>
          </p:cNvPr>
          <p:cNvSpPr txBox="1"/>
          <p:nvPr/>
        </p:nvSpPr>
        <p:spPr>
          <a:xfrm>
            <a:off x="2793699" y="5967107"/>
            <a:ext cx="2138867" cy="261610"/>
          </a:xfrm>
          <a:prstGeom prst="rect">
            <a:avLst/>
          </a:prstGeom>
          <a:noFill/>
          <a:ln>
            <a:solidFill>
              <a:srgbClr val="00B0F0"/>
            </a:solidFill>
          </a:ln>
        </p:spPr>
        <p:txBody>
          <a:bodyPr wrap="square" rtlCol="0">
            <a:spAutoFit/>
          </a:bodyPr>
          <a:lstStyle/>
          <a:p>
            <a:r>
              <a:rPr lang="en-US" sz="1100" b="1" dirty="0">
                <a:latin typeface="Century Gothic" panose="020B0502020202020204" pitchFamily="34" charset="0"/>
              </a:rPr>
              <a:t>Reach out to Customer</a:t>
            </a:r>
          </a:p>
        </p:txBody>
      </p:sp>
      <p:cxnSp>
        <p:nvCxnSpPr>
          <p:cNvPr id="21" name="Connector: Elbow 20">
            <a:extLst>
              <a:ext uri="{FF2B5EF4-FFF2-40B4-BE49-F238E27FC236}">
                <a16:creationId xmlns:a16="http://schemas.microsoft.com/office/drawing/2014/main" id="{F19F1308-F683-EAAA-D977-F178A746FF94}"/>
              </a:ext>
            </a:extLst>
          </p:cNvPr>
          <p:cNvCxnSpPr>
            <a:stCxn id="2" idx="1"/>
            <a:endCxn id="13" idx="0"/>
          </p:cNvCxnSpPr>
          <p:nvPr/>
        </p:nvCxnSpPr>
        <p:spPr>
          <a:xfrm rot="10800000" flipV="1">
            <a:off x="1218734" y="1326554"/>
            <a:ext cx="1574965" cy="788328"/>
          </a:xfrm>
          <a:prstGeom prst="bent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C07ED5D6-E7AD-77C2-D1D0-1998147A6DF9}"/>
              </a:ext>
            </a:extLst>
          </p:cNvPr>
          <p:cNvCxnSpPr>
            <a:stCxn id="2" idx="3"/>
            <a:endCxn id="4" idx="0"/>
          </p:cNvCxnSpPr>
          <p:nvPr/>
        </p:nvCxnSpPr>
        <p:spPr>
          <a:xfrm>
            <a:off x="4932565" y="1326554"/>
            <a:ext cx="1755272" cy="788329"/>
          </a:xfrm>
          <a:prstGeom prst="bent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B1F42AB-9E4C-688E-CF17-983ED7C5F91B}"/>
              </a:ext>
            </a:extLst>
          </p:cNvPr>
          <p:cNvCxnSpPr>
            <a:stCxn id="2" idx="2"/>
            <a:endCxn id="8" idx="0"/>
          </p:cNvCxnSpPr>
          <p:nvPr/>
        </p:nvCxnSpPr>
        <p:spPr>
          <a:xfrm>
            <a:off x="3863132" y="1541997"/>
            <a:ext cx="3" cy="56736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2ECC2BA-D83B-02E5-55B6-3E09F73D6544}"/>
              </a:ext>
            </a:extLst>
          </p:cNvPr>
          <p:cNvCxnSpPr>
            <a:stCxn id="13" idx="2"/>
            <a:endCxn id="14" idx="0"/>
          </p:cNvCxnSpPr>
          <p:nvPr/>
        </p:nvCxnSpPr>
        <p:spPr>
          <a:xfrm>
            <a:off x="1218733" y="2715046"/>
            <a:ext cx="0" cy="638569"/>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F90EA64D-C48F-BDA3-3533-B2BD6BD82923}"/>
              </a:ext>
            </a:extLst>
          </p:cNvPr>
          <p:cNvCxnSpPr>
            <a:stCxn id="14" idx="2"/>
            <a:endCxn id="16" idx="1"/>
          </p:cNvCxnSpPr>
          <p:nvPr/>
        </p:nvCxnSpPr>
        <p:spPr>
          <a:xfrm rot="16200000" flipH="1">
            <a:off x="1421937" y="3581297"/>
            <a:ext cx="1168559" cy="1574967"/>
          </a:xfrm>
          <a:prstGeom prst="bent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E2FEEEEA-9F7A-B87D-3D5C-EE71744CB488}"/>
              </a:ext>
            </a:extLst>
          </p:cNvPr>
          <p:cNvCxnSpPr>
            <a:cxnSpLocks/>
            <a:stCxn id="15" idx="3"/>
            <a:endCxn id="17" idx="3"/>
          </p:cNvCxnSpPr>
          <p:nvPr/>
        </p:nvCxnSpPr>
        <p:spPr>
          <a:xfrm flipH="1">
            <a:off x="4932566" y="3638932"/>
            <a:ext cx="2" cy="2458980"/>
          </a:xfrm>
          <a:prstGeom prst="bentConnector3">
            <a:avLst>
              <a:gd name="adj1" fmla="val -11430000000"/>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6BA84FE-DB99-D6BF-6579-3B7A1A170267}"/>
              </a:ext>
            </a:extLst>
          </p:cNvPr>
          <p:cNvCxnSpPr>
            <a:stCxn id="4" idx="2"/>
            <a:endCxn id="12" idx="0"/>
          </p:cNvCxnSpPr>
          <p:nvPr/>
        </p:nvCxnSpPr>
        <p:spPr>
          <a:xfrm>
            <a:off x="6687837" y="2545770"/>
            <a:ext cx="0" cy="79308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3C70373-2946-C126-C083-5F2EF6F94EA3}"/>
              </a:ext>
            </a:extLst>
          </p:cNvPr>
          <p:cNvCxnSpPr>
            <a:stCxn id="8" idx="2"/>
            <a:endCxn id="15" idx="0"/>
          </p:cNvCxnSpPr>
          <p:nvPr/>
        </p:nvCxnSpPr>
        <p:spPr>
          <a:xfrm>
            <a:off x="3863135" y="2709524"/>
            <a:ext cx="0" cy="62932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56A30362-EFA0-DFBC-25A5-AFCC526BD865}"/>
              </a:ext>
            </a:extLst>
          </p:cNvPr>
          <p:cNvCxnSpPr>
            <a:stCxn id="12" idx="2"/>
            <a:endCxn id="17" idx="3"/>
          </p:cNvCxnSpPr>
          <p:nvPr/>
        </p:nvCxnSpPr>
        <p:spPr>
          <a:xfrm rot="5400000">
            <a:off x="4730753" y="4140828"/>
            <a:ext cx="2158898" cy="1755271"/>
          </a:xfrm>
          <a:prstGeom prst="bent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026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9115167" y="-36033"/>
            <a:ext cx="3188400" cy="6858000"/>
          </a:xfrm>
          <a:prstGeom prst="rect">
            <a:avLst/>
          </a:prstGeom>
          <a:solidFill>
            <a:srgbClr val="3AB3E5"/>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55" name="Google Shape;55;p13"/>
          <p:cNvPicPr preferRelativeResize="0"/>
          <p:nvPr/>
        </p:nvPicPr>
        <p:blipFill rotWithShape="1">
          <a:blip r:embed="rId3">
            <a:alphaModFix/>
          </a:blip>
          <a:srcRect l="15948" t="7510" r="21485"/>
          <a:stretch/>
        </p:blipFill>
        <p:spPr>
          <a:xfrm>
            <a:off x="5943600" y="79983"/>
            <a:ext cx="4639621" cy="6858001"/>
          </a:xfrm>
          <a:prstGeom prst="rect">
            <a:avLst/>
          </a:prstGeom>
          <a:noFill/>
          <a:ln>
            <a:noFill/>
          </a:ln>
        </p:spPr>
      </p:pic>
      <p:pic>
        <p:nvPicPr>
          <p:cNvPr id="56" name="Google Shape;56;p13"/>
          <p:cNvPicPr preferRelativeResize="0"/>
          <p:nvPr/>
        </p:nvPicPr>
        <p:blipFill>
          <a:blip r:embed="rId4">
            <a:alphaModFix/>
          </a:blip>
          <a:stretch>
            <a:fillRect/>
          </a:stretch>
        </p:blipFill>
        <p:spPr>
          <a:xfrm>
            <a:off x="789668" y="1838883"/>
            <a:ext cx="2911633" cy="951133"/>
          </a:xfrm>
          <a:prstGeom prst="rect">
            <a:avLst/>
          </a:prstGeom>
          <a:noFill/>
          <a:ln>
            <a:noFill/>
          </a:ln>
        </p:spPr>
      </p:pic>
      <p:sp>
        <p:nvSpPr>
          <p:cNvPr id="57" name="Google Shape;57;p13"/>
          <p:cNvSpPr txBox="1"/>
          <p:nvPr/>
        </p:nvSpPr>
        <p:spPr>
          <a:xfrm>
            <a:off x="691967" y="3666751"/>
            <a:ext cx="6350000" cy="1600398"/>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4400" b="1" i="0" u="none" strike="noStrike" kern="0" cap="none" spc="0" normalizeH="0" baseline="0" noProof="0" dirty="0">
                <a:ln>
                  <a:noFill/>
                </a:ln>
                <a:solidFill>
                  <a:srgbClr val="000000"/>
                </a:solidFill>
                <a:effectLst/>
                <a:uLnTx/>
                <a:uFillTx/>
                <a:latin typeface="Poppins"/>
                <a:ea typeface="Poppins"/>
                <a:cs typeface="Poppins"/>
                <a:sym typeface="Poppins"/>
              </a:rPr>
              <a:t>NCBA B</a:t>
            </a:r>
            <a:r>
              <a:rPr kumimoji="0" lang="en-US" sz="4400" b="1" i="0" u="none" strike="noStrike" kern="0" cap="none" spc="0" normalizeH="0" baseline="0" noProof="0" dirty="0">
                <a:ln>
                  <a:noFill/>
                </a:ln>
                <a:solidFill>
                  <a:srgbClr val="000000"/>
                </a:solidFill>
                <a:effectLst/>
                <a:uLnTx/>
                <a:uFillTx/>
                <a:latin typeface="Poppins"/>
                <a:ea typeface="Poppins"/>
                <a:cs typeface="Poppins"/>
                <a:sym typeface="Poppins"/>
              </a:rPr>
              <a:t>OOSTA</a:t>
            </a:r>
            <a:r>
              <a:rPr kumimoji="0" lang="en" sz="4400" b="1" i="0" u="none" strike="noStrike" kern="0" cap="none" spc="0" normalizeH="0" baseline="0" noProof="0" dirty="0">
                <a:ln>
                  <a:noFill/>
                </a:ln>
                <a:solidFill>
                  <a:srgbClr val="000000"/>
                </a:solidFill>
                <a:effectLst/>
                <a:uLnTx/>
                <a:uFillTx/>
                <a:latin typeface="Poppins"/>
                <a:ea typeface="Poppins"/>
                <a:cs typeface="Poppins"/>
                <a:sym typeface="Poppins"/>
              </a:rPr>
              <a:t> App</a:t>
            </a:r>
            <a:endParaRPr kumimoji="0" sz="4400" b="1" i="0" u="none" strike="noStrike" kern="0" cap="none" spc="0" normalizeH="0" baseline="0" noProof="0" dirty="0">
              <a:ln>
                <a:noFill/>
              </a:ln>
              <a:solidFill>
                <a:srgbClr val="000000"/>
              </a:solidFill>
              <a:effectLst/>
              <a:uLnTx/>
              <a:uFillTx/>
              <a:latin typeface="Poppins"/>
              <a:ea typeface="Poppins"/>
              <a:cs typeface="Poppins"/>
              <a:sym typeface="Poppins"/>
            </a:endParaRPr>
          </a:p>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4400" b="1" i="0" u="none" strike="noStrike" kern="0" cap="none" spc="0" normalizeH="0" baseline="0" noProof="0" dirty="0">
                <a:ln>
                  <a:noFill/>
                </a:ln>
                <a:solidFill>
                  <a:srgbClr val="000000"/>
                </a:solidFill>
                <a:effectLst/>
                <a:uLnTx/>
                <a:uFillTx/>
                <a:latin typeface="Poppins"/>
                <a:ea typeface="Poppins"/>
                <a:cs typeface="Poppins"/>
                <a:sym typeface="Poppins"/>
              </a:rPr>
              <a:t>User Interfaces</a:t>
            </a:r>
            <a:endParaRPr kumimoji="0" sz="4400" b="1" i="0" u="none" strike="noStrike" kern="0" cap="none" spc="0" normalizeH="0" baseline="0" noProof="0" dirty="0">
              <a:ln>
                <a:noFill/>
              </a:ln>
              <a:solidFill>
                <a:srgbClr val="000000"/>
              </a:solidFill>
              <a:effectLst/>
              <a:uLnTx/>
              <a:uFillTx/>
              <a:latin typeface="Poppins"/>
              <a:ea typeface="Poppins"/>
              <a:cs typeface="Poppins"/>
              <a:sym typeface="Poppins"/>
            </a:endParaRPr>
          </a:p>
        </p:txBody>
      </p:sp>
      <p:cxnSp>
        <p:nvCxnSpPr>
          <p:cNvPr id="58" name="Google Shape;58;p13"/>
          <p:cNvCxnSpPr/>
          <p:nvPr/>
        </p:nvCxnSpPr>
        <p:spPr>
          <a:xfrm>
            <a:off x="789667" y="3228400"/>
            <a:ext cx="5275600" cy="0"/>
          </a:xfrm>
          <a:prstGeom prst="straightConnector1">
            <a:avLst/>
          </a:prstGeom>
          <a:noFill/>
          <a:ln w="19050" cap="flat" cmpd="sng">
            <a:solidFill>
              <a:srgbClr val="47332E"/>
            </a:solidFill>
            <a:prstDash val="solid"/>
            <a:round/>
            <a:headEnd type="none" w="med" len="med"/>
            <a:tailEnd type="none" w="med" len="med"/>
          </a:ln>
        </p:spPr>
      </p:cxnSp>
    </p:spTree>
    <p:extLst>
      <p:ext uri="{BB962C8B-B14F-4D97-AF65-F5344CB8AC3E}">
        <p14:creationId xmlns:p14="http://schemas.microsoft.com/office/powerpoint/2010/main" val="1093645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297789" y="5152282"/>
            <a:ext cx="2517266" cy="218778"/>
          </a:xfrm>
          <a:prstGeom prst="rect">
            <a:avLst/>
          </a:prstGeom>
        </p:spPr>
        <p:txBody>
          <a:bodyPr wrap="square" lIns="0" tIns="0" rIns="0" bIns="0" rtlCol="0" anchor="t">
            <a:spAutoFit/>
          </a:bodyPr>
          <a:lstStyle/>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For New users</a:t>
            </a:r>
            <a:r>
              <a:rPr kumimoji="0" lang="en-US" sz="1400" b="1" i="0" u="none" strike="noStrike" kern="1200" cap="none" spc="0" normalizeH="0" baseline="0" noProof="0" dirty="0">
                <a:ln>
                  <a:noFill/>
                </a:ln>
                <a:solidFill>
                  <a:srgbClr val="000000"/>
                </a:solidFill>
                <a:effectLst/>
                <a:uLnTx/>
                <a:uFillTx/>
                <a:latin typeface="Poppins 2"/>
                <a:ea typeface="+mn-ea"/>
                <a:cs typeface="+mn-cs"/>
              </a:rPr>
              <a:t>: Use </a:t>
            </a:r>
            <a:r>
              <a:rPr kumimoji="0" lang="en-US" sz="14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S</a:t>
            </a:r>
            <a:r>
              <a:rPr kumimoji="0" lang="en-US" sz="1400" b="1" i="0" u="none" strike="noStrike" kern="1200" cap="none" spc="0" normalizeH="0" baseline="0" noProof="0" dirty="0" err="1">
                <a:ln>
                  <a:noFill/>
                </a:ln>
                <a:solidFill>
                  <a:srgbClr val="000000"/>
                </a:solidFill>
                <a:effectLst/>
                <a:uLnTx/>
                <a:uFillTx/>
                <a:latin typeface="Century Gothic" panose="020B0502020202020204" pitchFamily="34" charset="0"/>
                <a:ea typeface="+mn-ea"/>
                <a:cs typeface="+mn-cs"/>
              </a:rPr>
              <a:t>ign</a:t>
            </a:r>
            <a:r>
              <a:rPr kumimoji="0" lang="en-US" sz="14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 Up</a:t>
            </a:r>
          </a:p>
        </p:txBody>
      </p:sp>
      <p:sp>
        <p:nvSpPr>
          <p:cNvPr id="8" name="TextBox 8"/>
          <p:cNvSpPr txBox="1"/>
          <p:nvPr/>
        </p:nvSpPr>
        <p:spPr>
          <a:xfrm>
            <a:off x="65449" y="3841"/>
            <a:ext cx="5172154"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Sign in &amp; Sign up  - Splash Screens</a:t>
            </a:r>
          </a:p>
        </p:txBody>
      </p:sp>
      <p:sp>
        <p:nvSpPr>
          <p:cNvPr id="9" name="TextBox 9"/>
          <p:cNvSpPr txBox="1"/>
          <p:nvPr/>
        </p:nvSpPr>
        <p:spPr>
          <a:xfrm>
            <a:off x="358282" y="5775766"/>
            <a:ext cx="2761452" cy="212302"/>
          </a:xfrm>
          <a:prstGeom prst="rect">
            <a:avLst/>
          </a:prstGeom>
        </p:spPr>
        <p:txBody>
          <a:bodyPr wrap="square" lIns="0" tIns="0" rIns="0" bIns="0" rtlCol="0" anchor="t">
            <a:spAutoFit/>
          </a:bodyPr>
          <a:lstStyle/>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For registered users: Use Sign In</a:t>
            </a:r>
          </a:p>
        </p:txBody>
      </p:sp>
      <p:sp>
        <p:nvSpPr>
          <p:cNvPr id="13" name="Rounded Rectangular Callout 11">
            <a:extLst>
              <a:ext uri="{FF2B5EF4-FFF2-40B4-BE49-F238E27FC236}">
                <a16:creationId xmlns:a16="http://schemas.microsoft.com/office/drawing/2014/main" id="{6480932B-11B5-4DB7-B6F1-18C7805FD0E8}"/>
              </a:ext>
            </a:extLst>
          </p:cNvPr>
          <p:cNvSpPr/>
          <p:nvPr/>
        </p:nvSpPr>
        <p:spPr>
          <a:xfrm>
            <a:off x="234899" y="1208598"/>
            <a:ext cx="3010247" cy="1113256"/>
          </a:xfrm>
          <a:prstGeom prst="wedgeRoundRectCallout">
            <a:avLst>
              <a:gd name="adj1" fmla="val -21654"/>
              <a:gd name="adj2" fmla="val 81176"/>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On successful data upload, the user gets an invite SMS with a link to download the APK</a:t>
            </a:r>
          </a:p>
        </p:txBody>
      </p:sp>
      <p:sp>
        <p:nvSpPr>
          <p:cNvPr id="14" name="TextBox 7">
            <a:extLst>
              <a:ext uri="{FF2B5EF4-FFF2-40B4-BE49-F238E27FC236}">
                <a16:creationId xmlns:a16="http://schemas.microsoft.com/office/drawing/2014/main" id="{DBAA8B92-AA10-4E24-B9C8-DD63B8EB1B02}"/>
              </a:ext>
            </a:extLst>
          </p:cNvPr>
          <p:cNvSpPr txBox="1"/>
          <p:nvPr/>
        </p:nvSpPr>
        <p:spPr>
          <a:xfrm>
            <a:off x="65449" y="3152075"/>
            <a:ext cx="3593945" cy="1595501"/>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Sample Invite SMS</a:t>
            </a:r>
          </a:p>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customer, you have been shortlisted by EABL for an NCBA BOOSTA Loan to grow your business. Your current loan limit is KES 10M. To apply kindly visit </a:t>
            </a:r>
            <a:r>
              <a:rPr kumimoji="0" lang="en-US" sz="1400" b="1" i="1" u="sng"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https://</a:t>
            </a:r>
            <a:r>
              <a:rPr lang="en-US" sz="1400" b="1" i="1" u="sng" dirty="0" err="1">
                <a:solidFill>
                  <a:srgbClr val="00B0F0"/>
                </a:solidFill>
                <a:latin typeface="Century Gothic" panose="020B0502020202020204" pitchFamily="34" charset="0"/>
              </a:rPr>
              <a:t>boosta.ncbagroup</a:t>
            </a:r>
            <a:r>
              <a:rPr kumimoji="0" lang="en-US" sz="1400" b="1" i="1" u="sng" strike="noStrike" kern="1200" cap="none" spc="0" normalizeH="0" baseline="0" noProof="0" dirty="0">
                <a:ln>
                  <a:noFill/>
                </a:ln>
                <a:solidFill>
                  <a:srgbClr val="00B0F0"/>
                </a:solidFill>
                <a:effectLst/>
                <a:uLnTx/>
                <a:uFillTx/>
                <a:latin typeface="Century Gothic" panose="020B0502020202020204" pitchFamily="34" charset="0"/>
                <a:ea typeface="+mn-ea"/>
                <a:cs typeface="+mn-cs"/>
                <a:hlinkClick r:id="rId2">
                  <a:extLst>
                    <a:ext uri="{A12FA001-AC4F-418D-AE19-62706E023703}">
                      <ahyp:hlinkClr xmlns:ahyp="http://schemas.microsoft.com/office/drawing/2018/hyperlinkcolor" val="tx"/>
                    </a:ext>
                  </a:extLst>
                </a:hlinkClick>
              </a:rPr>
              <a:t>.com</a:t>
            </a:r>
            <a:endParaRPr kumimoji="0" lang="en-US" sz="1400" b="1" i="1" u="sng" strike="noStrike" kern="1200" cap="none" spc="0" normalizeH="0" baseline="0" noProof="0" dirty="0">
              <a:ln>
                <a:noFill/>
              </a:ln>
              <a:solidFill>
                <a:srgbClr val="00B0F0"/>
              </a:solidFill>
              <a:effectLst/>
              <a:uLnTx/>
              <a:uFillTx/>
              <a:latin typeface="Century Gothic" panose="020B0502020202020204" pitchFamily="34" charset="0"/>
              <a:ea typeface="+mn-ea"/>
              <a:cs typeface="+mn-cs"/>
            </a:endParaRPr>
          </a:p>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315" b="0"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 </a:t>
            </a:r>
          </a:p>
        </p:txBody>
      </p:sp>
      <p:sp>
        <p:nvSpPr>
          <p:cNvPr id="10" name="TextBox 9">
            <a:extLst>
              <a:ext uri="{FF2B5EF4-FFF2-40B4-BE49-F238E27FC236}">
                <a16:creationId xmlns:a16="http://schemas.microsoft.com/office/drawing/2014/main" id="{C6967856-C62A-4A51-8747-F7414E4D9519}"/>
              </a:ext>
            </a:extLst>
          </p:cNvPr>
          <p:cNvSpPr txBox="1"/>
          <p:nvPr/>
        </p:nvSpPr>
        <p:spPr>
          <a:xfrm>
            <a:off x="65449" y="477567"/>
            <a:ext cx="1097891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The splash screens give the customer more information about the product and how to navigate the journey</a:t>
            </a:r>
          </a:p>
        </p:txBody>
      </p:sp>
      <p:pic>
        <p:nvPicPr>
          <p:cNvPr id="3" name="Picture 2">
            <a:extLst>
              <a:ext uri="{FF2B5EF4-FFF2-40B4-BE49-F238E27FC236}">
                <a16:creationId xmlns:a16="http://schemas.microsoft.com/office/drawing/2014/main" id="{643C8436-B462-4157-8065-E9BC2C98BB2A}"/>
              </a:ext>
            </a:extLst>
          </p:cNvPr>
          <p:cNvPicPr>
            <a:picLocks noChangeAspect="1"/>
          </p:cNvPicPr>
          <p:nvPr/>
        </p:nvPicPr>
        <p:blipFill>
          <a:blip r:embed="rId3"/>
          <a:stretch>
            <a:fillRect/>
          </a:stretch>
        </p:blipFill>
        <p:spPr>
          <a:xfrm>
            <a:off x="3797372" y="1046813"/>
            <a:ext cx="2674061" cy="5548896"/>
          </a:xfrm>
          <a:prstGeom prst="rect">
            <a:avLst/>
          </a:prstGeom>
        </p:spPr>
      </p:pic>
      <p:pic>
        <p:nvPicPr>
          <p:cNvPr id="4" name="Picture 3">
            <a:extLst>
              <a:ext uri="{FF2B5EF4-FFF2-40B4-BE49-F238E27FC236}">
                <a16:creationId xmlns:a16="http://schemas.microsoft.com/office/drawing/2014/main" id="{E812AAB1-3870-4E0C-BAA1-A2C442DB6DEB}"/>
              </a:ext>
            </a:extLst>
          </p:cNvPr>
          <p:cNvPicPr>
            <a:picLocks noChangeAspect="1"/>
          </p:cNvPicPr>
          <p:nvPr/>
        </p:nvPicPr>
        <p:blipFill>
          <a:blip r:embed="rId4"/>
          <a:stretch>
            <a:fillRect/>
          </a:stretch>
        </p:blipFill>
        <p:spPr>
          <a:xfrm>
            <a:off x="6596846" y="1046813"/>
            <a:ext cx="2707410" cy="5548896"/>
          </a:xfrm>
          <a:prstGeom prst="rect">
            <a:avLst/>
          </a:prstGeom>
        </p:spPr>
      </p:pic>
      <p:pic>
        <p:nvPicPr>
          <p:cNvPr id="5" name="Picture 4">
            <a:extLst>
              <a:ext uri="{FF2B5EF4-FFF2-40B4-BE49-F238E27FC236}">
                <a16:creationId xmlns:a16="http://schemas.microsoft.com/office/drawing/2014/main" id="{CFD80317-F3DE-4297-B177-0DDE67A4C68C}"/>
              </a:ext>
            </a:extLst>
          </p:cNvPr>
          <p:cNvPicPr>
            <a:picLocks noChangeAspect="1"/>
          </p:cNvPicPr>
          <p:nvPr/>
        </p:nvPicPr>
        <p:blipFill>
          <a:blip r:embed="rId5"/>
          <a:stretch>
            <a:fillRect/>
          </a:stretch>
        </p:blipFill>
        <p:spPr>
          <a:xfrm>
            <a:off x="9396360" y="1096361"/>
            <a:ext cx="2636155" cy="5499348"/>
          </a:xfrm>
          <a:prstGeom prst="rect">
            <a:avLst/>
          </a:prstGeom>
        </p:spPr>
      </p:pic>
    </p:spTree>
    <p:extLst>
      <p:ext uri="{BB962C8B-B14F-4D97-AF65-F5344CB8AC3E}">
        <p14:creationId xmlns:p14="http://schemas.microsoft.com/office/powerpoint/2010/main" val="1621446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65449" y="1411"/>
            <a:ext cx="3508364"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1: Welcome page</a:t>
            </a:r>
          </a:p>
        </p:txBody>
      </p:sp>
      <p:sp>
        <p:nvSpPr>
          <p:cNvPr id="5" name="Rectangle 4">
            <a:extLst>
              <a:ext uri="{FF2B5EF4-FFF2-40B4-BE49-F238E27FC236}">
                <a16:creationId xmlns:a16="http://schemas.microsoft.com/office/drawing/2014/main" id="{E6424B89-DCDB-46B6-883B-D803685D9503}"/>
              </a:ext>
            </a:extLst>
          </p:cNvPr>
          <p:cNvSpPr/>
          <p:nvPr/>
        </p:nvSpPr>
        <p:spPr>
          <a:xfrm>
            <a:off x="10086680" y="3242819"/>
            <a:ext cx="1885361" cy="9274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Select the Anchor to proceed</a:t>
            </a:r>
          </a:p>
        </p:txBody>
      </p:sp>
      <p:cxnSp>
        <p:nvCxnSpPr>
          <p:cNvPr id="10" name="Straight Arrow Connector 9">
            <a:extLst>
              <a:ext uri="{FF2B5EF4-FFF2-40B4-BE49-F238E27FC236}">
                <a16:creationId xmlns:a16="http://schemas.microsoft.com/office/drawing/2014/main" id="{C013FDA2-6496-49E2-B71F-50D389B5A034}"/>
              </a:ext>
            </a:extLst>
          </p:cNvPr>
          <p:cNvCxnSpPr>
            <a:cxnSpLocks/>
          </p:cNvCxnSpPr>
          <p:nvPr/>
        </p:nvCxnSpPr>
        <p:spPr>
          <a:xfrm flipH="1">
            <a:off x="9310977" y="3715307"/>
            <a:ext cx="6720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074CAB21-F8DB-4A35-AEF7-515DAE9A2F05}"/>
              </a:ext>
            </a:extLst>
          </p:cNvPr>
          <p:cNvPicPr>
            <a:picLocks noChangeAspect="1"/>
          </p:cNvPicPr>
          <p:nvPr/>
        </p:nvPicPr>
        <p:blipFill>
          <a:blip r:embed="rId2"/>
          <a:stretch>
            <a:fillRect/>
          </a:stretch>
        </p:blipFill>
        <p:spPr>
          <a:xfrm>
            <a:off x="3277680" y="1057523"/>
            <a:ext cx="2859826" cy="5605670"/>
          </a:xfrm>
          <a:prstGeom prst="rect">
            <a:avLst/>
          </a:prstGeom>
          <a:ln w="38100">
            <a:solidFill>
              <a:schemeClr val="dk2"/>
            </a:solidFill>
          </a:ln>
        </p:spPr>
      </p:pic>
      <p:pic>
        <p:nvPicPr>
          <p:cNvPr id="9" name="Picture 8">
            <a:extLst>
              <a:ext uri="{FF2B5EF4-FFF2-40B4-BE49-F238E27FC236}">
                <a16:creationId xmlns:a16="http://schemas.microsoft.com/office/drawing/2014/main" id="{BCE6EFE0-CEB0-401E-B633-73AEEF0833DC}"/>
              </a:ext>
            </a:extLst>
          </p:cNvPr>
          <p:cNvPicPr>
            <a:picLocks noChangeAspect="1"/>
          </p:cNvPicPr>
          <p:nvPr/>
        </p:nvPicPr>
        <p:blipFill>
          <a:blip r:embed="rId3"/>
          <a:stretch>
            <a:fillRect/>
          </a:stretch>
        </p:blipFill>
        <p:spPr>
          <a:xfrm>
            <a:off x="6464590" y="1057524"/>
            <a:ext cx="2742693" cy="5605671"/>
          </a:xfrm>
          <a:prstGeom prst="rect">
            <a:avLst/>
          </a:prstGeom>
          <a:ln w="38100">
            <a:solidFill>
              <a:schemeClr val="dk2"/>
            </a:solidFill>
          </a:ln>
        </p:spPr>
      </p:pic>
      <p:sp>
        <p:nvSpPr>
          <p:cNvPr id="13" name="Teardrop 12">
            <a:extLst>
              <a:ext uri="{FF2B5EF4-FFF2-40B4-BE49-F238E27FC236}">
                <a16:creationId xmlns:a16="http://schemas.microsoft.com/office/drawing/2014/main" id="{9E6BBD27-96D1-4ADE-8DAC-705125CB848B}"/>
              </a:ext>
            </a:extLst>
          </p:cNvPr>
          <p:cNvSpPr/>
          <p:nvPr/>
        </p:nvSpPr>
        <p:spPr>
          <a:xfrm>
            <a:off x="6736135" y="2993592"/>
            <a:ext cx="1352063" cy="1588331"/>
          </a:xfrm>
          <a:prstGeom prst="teardrop">
            <a:avLst/>
          </a:prstGeom>
          <a:noFill/>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9E708E63-1031-44BB-BEEB-181E1F91BDAB}"/>
              </a:ext>
            </a:extLst>
          </p:cNvPr>
          <p:cNvPicPr>
            <a:picLocks noChangeAspect="1"/>
          </p:cNvPicPr>
          <p:nvPr/>
        </p:nvPicPr>
        <p:blipFill>
          <a:blip r:embed="rId4"/>
          <a:stretch>
            <a:fillRect/>
          </a:stretch>
        </p:blipFill>
        <p:spPr>
          <a:xfrm>
            <a:off x="3691214" y="4063117"/>
            <a:ext cx="1524842" cy="1037612"/>
          </a:xfrm>
          <a:prstGeom prst="rect">
            <a:avLst/>
          </a:prstGeom>
        </p:spPr>
      </p:pic>
      <p:sp>
        <p:nvSpPr>
          <p:cNvPr id="14" name="TextBox 13">
            <a:extLst>
              <a:ext uri="{FF2B5EF4-FFF2-40B4-BE49-F238E27FC236}">
                <a16:creationId xmlns:a16="http://schemas.microsoft.com/office/drawing/2014/main" id="{E6538F9C-7B23-4FC4-8059-DCD7B712B163}"/>
              </a:ext>
            </a:extLst>
          </p:cNvPr>
          <p:cNvSpPr txBox="1"/>
          <p:nvPr/>
        </p:nvSpPr>
        <p:spPr>
          <a:xfrm>
            <a:off x="65449" y="477567"/>
            <a:ext cx="1190659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The landing page allows the 1</a:t>
            </a:r>
            <a:r>
              <a:rPr kumimoji="0" lang="en-US" sz="1600" b="1" i="0" u="none" strike="noStrike" kern="1200" cap="none" spc="0" normalizeH="0" baseline="30000" noProof="0" dirty="0">
                <a:ln>
                  <a:noFill/>
                </a:ln>
                <a:solidFill>
                  <a:srgbClr val="000000"/>
                </a:solidFill>
                <a:effectLst/>
                <a:uLnTx/>
                <a:uFillTx/>
                <a:latin typeface="Century Gothic" panose="020B0502020202020204" pitchFamily="34" charset="0"/>
                <a:ea typeface="+mn-ea"/>
                <a:cs typeface="+mn-cs"/>
              </a:rPr>
              <a:t>st</a:t>
            </a: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 time users to proceed with registration while existing users to login to the platform </a:t>
            </a:r>
          </a:p>
        </p:txBody>
      </p:sp>
      <p:pic>
        <p:nvPicPr>
          <p:cNvPr id="4" name="Picture 3">
            <a:extLst>
              <a:ext uri="{FF2B5EF4-FFF2-40B4-BE49-F238E27FC236}">
                <a16:creationId xmlns:a16="http://schemas.microsoft.com/office/drawing/2014/main" id="{CDDC1DDD-5CB6-475C-B718-574BCE417DC4}"/>
              </a:ext>
            </a:extLst>
          </p:cNvPr>
          <p:cNvPicPr>
            <a:picLocks noChangeAspect="1"/>
          </p:cNvPicPr>
          <p:nvPr/>
        </p:nvPicPr>
        <p:blipFill>
          <a:blip r:embed="rId5"/>
          <a:stretch>
            <a:fillRect/>
          </a:stretch>
        </p:blipFill>
        <p:spPr>
          <a:xfrm>
            <a:off x="110084" y="955586"/>
            <a:ext cx="2818320" cy="5707608"/>
          </a:xfrm>
          <a:prstGeom prst="rect">
            <a:avLst/>
          </a:prstGeom>
        </p:spPr>
      </p:pic>
      <p:pic>
        <p:nvPicPr>
          <p:cNvPr id="16" name="Picture 15">
            <a:extLst>
              <a:ext uri="{FF2B5EF4-FFF2-40B4-BE49-F238E27FC236}">
                <a16:creationId xmlns:a16="http://schemas.microsoft.com/office/drawing/2014/main" id="{F2A196F4-B4C8-408E-B92E-84078CEE76A1}"/>
              </a:ext>
            </a:extLst>
          </p:cNvPr>
          <p:cNvPicPr>
            <a:picLocks noChangeAspect="1"/>
          </p:cNvPicPr>
          <p:nvPr/>
        </p:nvPicPr>
        <p:blipFill>
          <a:blip r:embed="rId4"/>
          <a:stretch>
            <a:fillRect/>
          </a:stretch>
        </p:blipFill>
        <p:spPr>
          <a:xfrm>
            <a:off x="1778939" y="5196145"/>
            <a:ext cx="928218" cy="782371"/>
          </a:xfrm>
          <a:prstGeom prst="rect">
            <a:avLst/>
          </a:prstGeom>
        </p:spPr>
      </p:pic>
      <p:sp>
        <p:nvSpPr>
          <p:cNvPr id="6" name="Rectangle 5">
            <a:extLst>
              <a:ext uri="{FF2B5EF4-FFF2-40B4-BE49-F238E27FC236}">
                <a16:creationId xmlns:a16="http://schemas.microsoft.com/office/drawing/2014/main" id="{308078BD-E708-40D6-BDCE-AFEE67FB2011}"/>
              </a:ext>
            </a:extLst>
          </p:cNvPr>
          <p:cNvSpPr/>
          <p:nvPr/>
        </p:nvSpPr>
        <p:spPr>
          <a:xfrm>
            <a:off x="1134393" y="5978516"/>
            <a:ext cx="1052216" cy="52565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1</a:t>
            </a:r>
            <a:r>
              <a:rPr kumimoji="0" lang="en-US" sz="1100" b="0" i="0" u="none" strike="noStrike" kern="1200" cap="none" spc="0" normalizeH="0" baseline="30000" noProof="0" dirty="0">
                <a:ln>
                  <a:noFill/>
                </a:ln>
                <a:solidFill>
                  <a:srgbClr val="000000"/>
                </a:solidFill>
                <a:effectLst/>
                <a:uLnTx/>
                <a:uFillTx/>
                <a:latin typeface="Century Gothic" panose="020B0502020202020204" pitchFamily="34" charset="0"/>
                <a:ea typeface="+mn-ea"/>
                <a:cs typeface="+mn-cs"/>
              </a:rPr>
              <a:t>st</a:t>
            </a:r>
            <a:r>
              <a:rPr kumimoji="0" lang="en-US" sz="11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 time users</a:t>
            </a:r>
          </a:p>
        </p:txBody>
      </p:sp>
      <p:sp>
        <p:nvSpPr>
          <p:cNvPr id="15" name="Rectangle 14">
            <a:extLst>
              <a:ext uri="{FF2B5EF4-FFF2-40B4-BE49-F238E27FC236}">
                <a16:creationId xmlns:a16="http://schemas.microsoft.com/office/drawing/2014/main" id="{029DA019-BC69-4721-A315-CA4734B97846}"/>
              </a:ext>
            </a:extLst>
          </p:cNvPr>
          <p:cNvSpPr/>
          <p:nvPr/>
        </p:nvSpPr>
        <p:spPr>
          <a:xfrm>
            <a:off x="1304014" y="1829260"/>
            <a:ext cx="1052216" cy="52565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Existing users</a:t>
            </a:r>
          </a:p>
        </p:txBody>
      </p:sp>
      <p:cxnSp>
        <p:nvCxnSpPr>
          <p:cNvPr id="11" name="Connector: Curved 10">
            <a:extLst>
              <a:ext uri="{FF2B5EF4-FFF2-40B4-BE49-F238E27FC236}">
                <a16:creationId xmlns:a16="http://schemas.microsoft.com/office/drawing/2014/main" id="{CF686E7A-9C92-4558-8B6E-EF49774B0989}"/>
              </a:ext>
            </a:extLst>
          </p:cNvPr>
          <p:cNvCxnSpPr/>
          <p:nvPr/>
        </p:nvCxnSpPr>
        <p:spPr>
          <a:xfrm rot="16200000" flipH="1">
            <a:off x="1886316" y="2512080"/>
            <a:ext cx="477078" cy="16274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C86128C6-B515-48A4-8582-0B75F6562B3D}"/>
              </a:ext>
            </a:extLst>
          </p:cNvPr>
          <p:cNvCxnSpPr/>
          <p:nvPr/>
        </p:nvCxnSpPr>
        <p:spPr>
          <a:xfrm rot="5400000" flipH="1" flipV="1">
            <a:off x="2013241" y="5898352"/>
            <a:ext cx="556158" cy="12982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9060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65449" y="34235"/>
            <a:ext cx="5246057"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2: Customer details validation</a:t>
            </a:r>
          </a:p>
        </p:txBody>
      </p:sp>
      <p:pic>
        <p:nvPicPr>
          <p:cNvPr id="2" name="Picture 1">
            <a:extLst>
              <a:ext uri="{FF2B5EF4-FFF2-40B4-BE49-F238E27FC236}">
                <a16:creationId xmlns:a16="http://schemas.microsoft.com/office/drawing/2014/main" id="{22376EEF-9856-47F2-9584-43DE1802683C}"/>
              </a:ext>
            </a:extLst>
          </p:cNvPr>
          <p:cNvPicPr>
            <a:picLocks noChangeAspect="1"/>
          </p:cNvPicPr>
          <p:nvPr/>
        </p:nvPicPr>
        <p:blipFill>
          <a:blip r:embed="rId2"/>
          <a:stretch>
            <a:fillRect/>
          </a:stretch>
        </p:blipFill>
        <p:spPr>
          <a:xfrm>
            <a:off x="2805172" y="970059"/>
            <a:ext cx="2984872" cy="5683655"/>
          </a:xfrm>
          <a:prstGeom prst="rect">
            <a:avLst/>
          </a:prstGeom>
          <a:solidFill>
            <a:schemeClr val="bg1"/>
          </a:solidFill>
          <a:ln w="38100">
            <a:solidFill>
              <a:schemeClr val="dk2"/>
            </a:solidFill>
          </a:ln>
        </p:spPr>
      </p:pic>
      <p:pic>
        <p:nvPicPr>
          <p:cNvPr id="12" name="Picture 11">
            <a:extLst>
              <a:ext uri="{FF2B5EF4-FFF2-40B4-BE49-F238E27FC236}">
                <a16:creationId xmlns:a16="http://schemas.microsoft.com/office/drawing/2014/main" id="{FC648497-771B-4961-A6AF-FE0F8BE087A2}"/>
              </a:ext>
            </a:extLst>
          </p:cNvPr>
          <p:cNvPicPr>
            <a:picLocks noChangeAspect="1"/>
          </p:cNvPicPr>
          <p:nvPr/>
        </p:nvPicPr>
        <p:blipFill>
          <a:blip r:embed="rId3"/>
          <a:stretch>
            <a:fillRect/>
          </a:stretch>
        </p:blipFill>
        <p:spPr>
          <a:xfrm>
            <a:off x="2805171" y="4485566"/>
            <a:ext cx="818561" cy="797030"/>
          </a:xfrm>
          <a:prstGeom prst="rect">
            <a:avLst/>
          </a:prstGeom>
        </p:spPr>
      </p:pic>
      <p:pic>
        <p:nvPicPr>
          <p:cNvPr id="3" name="Picture 2">
            <a:extLst>
              <a:ext uri="{FF2B5EF4-FFF2-40B4-BE49-F238E27FC236}">
                <a16:creationId xmlns:a16="http://schemas.microsoft.com/office/drawing/2014/main" id="{C906CD30-C7CE-4F90-901F-1607C821BFDE}"/>
              </a:ext>
            </a:extLst>
          </p:cNvPr>
          <p:cNvPicPr>
            <a:picLocks noChangeAspect="1"/>
          </p:cNvPicPr>
          <p:nvPr/>
        </p:nvPicPr>
        <p:blipFill>
          <a:blip r:embed="rId4"/>
          <a:stretch>
            <a:fillRect/>
          </a:stretch>
        </p:blipFill>
        <p:spPr>
          <a:xfrm>
            <a:off x="6095999" y="970059"/>
            <a:ext cx="2855999" cy="5683655"/>
          </a:xfrm>
          <a:prstGeom prst="rect">
            <a:avLst/>
          </a:prstGeom>
          <a:ln w="38100">
            <a:solidFill>
              <a:schemeClr val="dk2"/>
            </a:solidFill>
          </a:ln>
        </p:spPr>
      </p:pic>
      <p:sp>
        <p:nvSpPr>
          <p:cNvPr id="11" name="TextBox 10">
            <a:extLst>
              <a:ext uri="{FF2B5EF4-FFF2-40B4-BE49-F238E27FC236}">
                <a16:creationId xmlns:a16="http://schemas.microsoft.com/office/drawing/2014/main" id="{EE093A02-E734-424F-8D14-C047C8606617}"/>
              </a:ext>
            </a:extLst>
          </p:cNvPr>
          <p:cNvSpPr txBox="1"/>
          <p:nvPr/>
        </p:nvSpPr>
        <p:spPr>
          <a:xfrm>
            <a:off x="65449" y="477567"/>
            <a:ext cx="94125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The customer should enter their personal details as they exist in the core banking</a:t>
            </a:r>
          </a:p>
        </p:txBody>
      </p:sp>
      <p:pic>
        <p:nvPicPr>
          <p:cNvPr id="5" name="Picture 4">
            <a:extLst>
              <a:ext uri="{FF2B5EF4-FFF2-40B4-BE49-F238E27FC236}">
                <a16:creationId xmlns:a16="http://schemas.microsoft.com/office/drawing/2014/main" id="{9D85C19F-5A5D-409F-9274-B833829AF9B2}"/>
              </a:ext>
            </a:extLst>
          </p:cNvPr>
          <p:cNvPicPr>
            <a:picLocks noChangeAspect="1"/>
          </p:cNvPicPr>
          <p:nvPr/>
        </p:nvPicPr>
        <p:blipFill>
          <a:blip r:embed="rId5"/>
          <a:stretch>
            <a:fillRect/>
          </a:stretch>
        </p:blipFill>
        <p:spPr>
          <a:xfrm>
            <a:off x="9123555" y="933218"/>
            <a:ext cx="2887940" cy="5720496"/>
          </a:xfrm>
          <a:prstGeom prst="rect">
            <a:avLst/>
          </a:prstGeom>
        </p:spPr>
      </p:pic>
      <p:sp>
        <p:nvSpPr>
          <p:cNvPr id="13" name="TextBox 7">
            <a:extLst>
              <a:ext uri="{FF2B5EF4-FFF2-40B4-BE49-F238E27FC236}">
                <a16:creationId xmlns:a16="http://schemas.microsoft.com/office/drawing/2014/main" id="{FCCDD23A-0094-43DA-8280-93C72B40E8BE}"/>
              </a:ext>
            </a:extLst>
          </p:cNvPr>
          <p:cNvSpPr txBox="1"/>
          <p:nvPr/>
        </p:nvSpPr>
        <p:spPr>
          <a:xfrm>
            <a:off x="65449" y="3210877"/>
            <a:ext cx="2288284" cy="672172"/>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For Existing Customers</a:t>
            </a:r>
          </a:p>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315"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Enter </a:t>
            </a:r>
            <a:r>
              <a:rPr kumimoji="0" lang="en-US" sz="1315" b="0"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NCBA Account to proceed </a:t>
            </a:r>
          </a:p>
        </p:txBody>
      </p:sp>
      <p:sp>
        <p:nvSpPr>
          <p:cNvPr id="14" name="TextBox 7">
            <a:extLst>
              <a:ext uri="{FF2B5EF4-FFF2-40B4-BE49-F238E27FC236}">
                <a16:creationId xmlns:a16="http://schemas.microsoft.com/office/drawing/2014/main" id="{D0BB2094-BE56-4A4F-9940-C3CB50F4FA0C}"/>
              </a:ext>
            </a:extLst>
          </p:cNvPr>
          <p:cNvSpPr txBox="1"/>
          <p:nvPr/>
        </p:nvSpPr>
        <p:spPr>
          <a:xfrm>
            <a:off x="80010" y="4485565"/>
            <a:ext cx="2288284" cy="1133837"/>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For New to Bank Customers</a:t>
            </a:r>
          </a:p>
          <a:p>
            <a:pPr marL="0" marR="0" lvl="0" indent="0" algn="ctr" defTabSz="914400" rtl="0" eaLnBrk="1" fontAlgn="auto" latinLnBrk="0" hangingPunct="1">
              <a:lnSpc>
                <a:spcPts val="1841"/>
              </a:lnSpc>
              <a:spcBef>
                <a:spcPct val="0"/>
              </a:spcBef>
              <a:spcAft>
                <a:spcPts val="0"/>
              </a:spcAft>
              <a:buClrTx/>
              <a:buSzTx/>
              <a:buFontTx/>
              <a:buNone/>
              <a:tabLst/>
              <a:defRPr/>
            </a:pPr>
            <a:r>
              <a:rPr kumimoji="0" lang="en-US" sz="1315"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Open</a:t>
            </a:r>
            <a:r>
              <a:rPr kumimoji="0" lang="en-US" sz="1315" b="0"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 an NCBA Account either digitally or at the branch to proceed </a:t>
            </a:r>
          </a:p>
        </p:txBody>
      </p:sp>
      <p:cxnSp>
        <p:nvCxnSpPr>
          <p:cNvPr id="15" name="Connector: Elbow 14">
            <a:extLst>
              <a:ext uri="{FF2B5EF4-FFF2-40B4-BE49-F238E27FC236}">
                <a16:creationId xmlns:a16="http://schemas.microsoft.com/office/drawing/2014/main" id="{EC6DF4B9-E277-4F54-B030-D6F2247E0AAC}"/>
              </a:ext>
            </a:extLst>
          </p:cNvPr>
          <p:cNvCxnSpPr>
            <a:cxnSpLocks/>
          </p:cNvCxnSpPr>
          <p:nvPr/>
        </p:nvCxnSpPr>
        <p:spPr>
          <a:xfrm>
            <a:off x="2224030" y="3708400"/>
            <a:ext cx="566582" cy="47143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95723343-9622-4A2A-BD4E-72EB60658A1B}"/>
              </a:ext>
            </a:extLst>
          </p:cNvPr>
          <p:cNvCxnSpPr>
            <a:cxnSpLocks/>
            <a:endCxn id="14" idx="3"/>
          </p:cNvCxnSpPr>
          <p:nvPr/>
        </p:nvCxnSpPr>
        <p:spPr>
          <a:xfrm rot="5400000">
            <a:off x="2064630" y="4483499"/>
            <a:ext cx="872649" cy="26532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18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65449" y="37057"/>
            <a:ext cx="4709011"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3: Customer Profile Update</a:t>
            </a:r>
          </a:p>
        </p:txBody>
      </p:sp>
      <p:pic>
        <p:nvPicPr>
          <p:cNvPr id="4" name="Picture 3">
            <a:extLst>
              <a:ext uri="{FF2B5EF4-FFF2-40B4-BE49-F238E27FC236}">
                <a16:creationId xmlns:a16="http://schemas.microsoft.com/office/drawing/2014/main" id="{0A0583B5-56AB-4C70-B99A-A861E3EE545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2313"/>
          <a:stretch/>
        </p:blipFill>
        <p:spPr>
          <a:xfrm>
            <a:off x="3305324" y="978010"/>
            <a:ext cx="2564342" cy="5698538"/>
          </a:xfrm>
          <a:prstGeom prst="rect">
            <a:avLst/>
          </a:prstGeom>
          <a:ln w="38100">
            <a:solidFill>
              <a:schemeClr val="dk2"/>
            </a:solidFill>
          </a:ln>
        </p:spPr>
      </p:pic>
      <p:pic>
        <p:nvPicPr>
          <p:cNvPr id="13" name="Picture 12">
            <a:extLst>
              <a:ext uri="{FF2B5EF4-FFF2-40B4-BE49-F238E27FC236}">
                <a16:creationId xmlns:a16="http://schemas.microsoft.com/office/drawing/2014/main" id="{517C423C-7EA0-46E6-8C2E-4485FB3E1B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18937" y="1022432"/>
            <a:ext cx="2827614" cy="5654111"/>
          </a:xfrm>
          <a:prstGeom prst="rect">
            <a:avLst/>
          </a:prstGeom>
          <a:ln w="38100">
            <a:solidFill>
              <a:schemeClr val="dk2"/>
            </a:solidFill>
          </a:ln>
        </p:spPr>
      </p:pic>
      <p:sp>
        <p:nvSpPr>
          <p:cNvPr id="9" name="TextBox 8">
            <a:extLst>
              <a:ext uri="{FF2B5EF4-FFF2-40B4-BE49-F238E27FC236}">
                <a16:creationId xmlns:a16="http://schemas.microsoft.com/office/drawing/2014/main" id="{46E82669-B0E3-4F5C-A10B-4BC0FDE093BD}"/>
              </a:ext>
            </a:extLst>
          </p:cNvPr>
          <p:cNvSpPr txBox="1"/>
          <p:nvPr/>
        </p:nvSpPr>
        <p:spPr>
          <a:xfrm>
            <a:off x="65449" y="477567"/>
            <a:ext cx="1188110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The customer will be prompted to create a new PIN and thereafter proceed to update their personal profile</a:t>
            </a:r>
          </a:p>
        </p:txBody>
      </p:sp>
      <p:pic>
        <p:nvPicPr>
          <p:cNvPr id="6" name="Picture 5">
            <a:extLst>
              <a:ext uri="{FF2B5EF4-FFF2-40B4-BE49-F238E27FC236}">
                <a16:creationId xmlns:a16="http://schemas.microsoft.com/office/drawing/2014/main" id="{C9CA5056-48DE-4C14-8226-664C80377A6D}"/>
              </a:ext>
            </a:extLst>
          </p:cNvPr>
          <p:cNvPicPr>
            <a:picLocks noChangeAspect="1"/>
          </p:cNvPicPr>
          <p:nvPr/>
        </p:nvPicPr>
        <p:blipFill>
          <a:blip r:embed="rId4"/>
          <a:stretch>
            <a:fillRect/>
          </a:stretch>
        </p:blipFill>
        <p:spPr>
          <a:xfrm>
            <a:off x="164674" y="938254"/>
            <a:ext cx="2845690" cy="5750433"/>
          </a:xfrm>
          <a:prstGeom prst="rect">
            <a:avLst/>
          </a:prstGeom>
        </p:spPr>
      </p:pic>
      <p:pic>
        <p:nvPicPr>
          <p:cNvPr id="2" name="Picture 1">
            <a:extLst>
              <a:ext uri="{FF2B5EF4-FFF2-40B4-BE49-F238E27FC236}">
                <a16:creationId xmlns:a16="http://schemas.microsoft.com/office/drawing/2014/main" id="{3227FEE6-53F2-4304-92ED-1A0070EF388A}"/>
              </a:ext>
            </a:extLst>
          </p:cNvPr>
          <p:cNvPicPr>
            <a:picLocks noChangeAspect="1"/>
          </p:cNvPicPr>
          <p:nvPr/>
        </p:nvPicPr>
        <p:blipFill>
          <a:blip r:embed="rId5"/>
          <a:stretch>
            <a:fillRect/>
          </a:stretch>
        </p:blipFill>
        <p:spPr>
          <a:xfrm>
            <a:off x="6164626" y="924926"/>
            <a:ext cx="2746343" cy="5751617"/>
          </a:xfrm>
          <a:prstGeom prst="rect">
            <a:avLst/>
          </a:prstGeom>
        </p:spPr>
      </p:pic>
      <p:pic>
        <p:nvPicPr>
          <p:cNvPr id="10" name="Picture 9">
            <a:extLst>
              <a:ext uri="{FF2B5EF4-FFF2-40B4-BE49-F238E27FC236}">
                <a16:creationId xmlns:a16="http://schemas.microsoft.com/office/drawing/2014/main" id="{F8A278A3-2E66-4006-8127-32E5564FF4D9}"/>
              </a:ext>
            </a:extLst>
          </p:cNvPr>
          <p:cNvPicPr>
            <a:picLocks noChangeAspect="1"/>
          </p:cNvPicPr>
          <p:nvPr/>
        </p:nvPicPr>
        <p:blipFill>
          <a:blip r:embed="rId6"/>
          <a:stretch>
            <a:fillRect/>
          </a:stretch>
        </p:blipFill>
        <p:spPr>
          <a:xfrm>
            <a:off x="6534571" y="5211989"/>
            <a:ext cx="1657322" cy="1065498"/>
          </a:xfrm>
          <a:prstGeom prst="rect">
            <a:avLst/>
          </a:prstGeom>
        </p:spPr>
      </p:pic>
    </p:spTree>
    <p:extLst>
      <p:ext uri="{BB962C8B-B14F-4D97-AF65-F5344CB8AC3E}">
        <p14:creationId xmlns:p14="http://schemas.microsoft.com/office/powerpoint/2010/main" val="4255575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65449" y="2766"/>
            <a:ext cx="6243612"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4: Upload KYD Documents (Personal)</a:t>
            </a:r>
          </a:p>
        </p:txBody>
      </p:sp>
      <p:sp>
        <p:nvSpPr>
          <p:cNvPr id="7" name="TextBox 6">
            <a:extLst>
              <a:ext uri="{FF2B5EF4-FFF2-40B4-BE49-F238E27FC236}">
                <a16:creationId xmlns:a16="http://schemas.microsoft.com/office/drawing/2014/main" id="{B2FC4249-4DE0-4118-B28C-6176473972B2}"/>
              </a:ext>
            </a:extLst>
          </p:cNvPr>
          <p:cNvSpPr txBox="1"/>
          <p:nvPr/>
        </p:nvSpPr>
        <p:spPr>
          <a:xfrm>
            <a:off x="65449" y="477567"/>
            <a:ext cx="1097891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Upon filling of the personal details, the customer will proceed and upload the ID copy and take a photo</a:t>
            </a:r>
          </a:p>
        </p:txBody>
      </p:sp>
      <p:pic>
        <p:nvPicPr>
          <p:cNvPr id="2" name="Picture 1">
            <a:extLst>
              <a:ext uri="{FF2B5EF4-FFF2-40B4-BE49-F238E27FC236}">
                <a16:creationId xmlns:a16="http://schemas.microsoft.com/office/drawing/2014/main" id="{0C68BA1C-D315-4EC8-ABB1-98B4E4FBA506}"/>
              </a:ext>
            </a:extLst>
          </p:cNvPr>
          <p:cNvPicPr>
            <a:picLocks noChangeAspect="1"/>
          </p:cNvPicPr>
          <p:nvPr/>
        </p:nvPicPr>
        <p:blipFill>
          <a:blip r:embed="rId2"/>
          <a:stretch>
            <a:fillRect/>
          </a:stretch>
        </p:blipFill>
        <p:spPr>
          <a:xfrm>
            <a:off x="254080" y="874982"/>
            <a:ext cx="2583349" cy="5836971"/>
          </a:xfrm>
          <a:prstGeom prst="rect">
            <a:avLst/>
          </a:prstGeom>
        </p:spPr>
      </p:pic>
      <p:pic>
        <p:nvPicPr>
          <p:cNvPr id="3" name="Picture 2">
            <a:extLst>
              <a:ext uri="{FF2B5EF4-FFF2-40B4-BE49-F238E27FC236}">
                <a16:creationId xmlns:a16="http://schemas.microsoft.com/office/drawing/2014/main" id="{AD48BBD9-FD79-4B49-9034-19ED741A10B8}"/>
              </a:ext>
            </a:extLst>
          </p:cNvPr>
          <p:cNvPicPr>
            <a:picLocks noChangeAspect="1"/>
          </p:cNvPicPr>
          <p:nvPr/>
        </p:nvPicPr>
        <p:blipFill>
          <a:blip r:embed="rId3"/>
          <a:stretch>
            <a:fillRect/>
          </a:stretch>
        </p:blipFill>
        <p:spPr>
          <a:xfrm>
            <a:off x="3025522" y="953722"/>
            <a:ext cx="2882423" cy="5760428"/>
          </a:xfrm>
          <a:prstGeom prst="rect">
            <a:avLst/>
          </a:prstGeom>
        </p:spPr>
      </p:pic>
      <p:pic>
        <p:nvPicPr>
          <p:cNvPr id="5" name="Picture 4">
            <a:extLst>
              <a:ext uri="{FF2B5EF4-FFF2-40B4-BE49-F238E27FC236}">
                <a16:creationId xmlns:a16="http://schemas.microsoft.com/office/drawing/2014/main" id="{912920F4-6DAA-47FF-94B7-909E83A0ABE8}"/>
              </a:ext>
            </a:extLst>
          </p:cNvPr>
          <p:cNvPicPr>
            <a:picLocks noChangeAspect="1"/>
          </p:cNvPicPr>
          <p:nvPr/>
        </p:nvPicPr>
        <p:blipFill>
          <a:blip r:embed="rId4"/>
          <a:stretch>
            <a:fillRect/>
          </a:stretch>
        </p:blipFill>
        <p:spPr>
          <a:xfrm>
            <a:off x="6190269" y="952624"/>
            <a:ext cx="2857500" cy="5762625"/>
          </a:xfrm>
          <a:prstGeom prst="rect">
            <a:avLst/>
          </a:prstGeom>
        </p:spPr>
      </p:pic>
      <p:pic>
        <p:nvPicPr>
          <p:cNvPr id="6" name="Picture 5">
            <a:extLst>
              <a:ext uri="{FF2B5EF4-FFF2-40B4-BE49-F238E27FC236}">
                <a16:creationId xmlns:a16="http://schemas.microsoft.com/office/drawing/2014/main" id="{FD7DDE20-D80D-4590-9972-41C3A50122FB}"/>
              </a:ext>
            </a:extLst>
          </p:cNvPr>
          <p:cNvPicPr>
            <a:picLocks noChangeAspect="1"/>
          </p:cNvPicPr>
          <p:nvPr/>
        </p:nvPicPr>
        <p:blipFill>
          <a:blip r:embed="rId5"/>
          <a:stretch>
            <a:fillRect/>
          </a:stretch>
        </p:blipFill>
        <p:spPr>
          <a:xfrm>
            <a:off x="9235862" y="953722"/>
            <a:ext cx="2702057" cy="5760429"/>
          </a:xfrm>
          <a:prstGeom prst="rect">
            <a:avLst/>
          </a:prstGeom>
        </p:spPr>
      </p:pic>
    </p:spTree>
    <p:extLst>
      <p:ext uri="{BB962C8B-B14F-4D97-AF65-F5344CB8AC3E}">
        <p14:creationId xmlns:p14="http://schemas.microsoft.com/office/powerpoint/2010/main" val="4164439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371"/>
            <a:ext cx="4444779"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5: Choose Business Entity</a:t>
            </a:r>
          </a:p>
        </p:txBody>
      </p:sp>
      <p:sp>
        <p:nvSpPr>
          <p:cNvPr id="9" name="TextBox 8">
            <a:extLst>
              <a:ext uri="{FF2B5EF4-FFF2-40B4-BE49-F238E27FC236}">
                <a16:creationId xmlns:a16="http://schemas.microsoft.com/office/drawing/2014/main" id="{8D54A7A0-7528-4A1E-8C57-586FE721CBBD}"/>
              </a:ext>
            </a:extLst>
          </p:cNvPr>
          <p:cNvSpPr txBox="1"/>
          <p:nvPr/>
        </p:nvSpPr>
        <p:spPr>
          <a:xfrm>
            <a:off x="0" y="507589"/>
            <a:ext cx="1097891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The customer will choose the business entity operated. This will dictate the documents to be submitted</a:t>
            </a:r>
          </a:p>
        </p:txBody>
      </p:sp>
      <p:pic>
        <p:nvPicPr>
          <p:cNvPr id="2" name="Picture 1">
            <a:extLst>
              <a:ext uri="{FF2B5EF4-FFF2-40B4-BE49-F238E27FC236}">
                <a16:creationId xmlns:a16="http://schemas.microsoft.com/office/drawing/2014/main" id="{833F6BD2-39C1-42EB-9443-6E25122E5FDE}"/>
              </a:ext>
            </a:extLst>
          </p:cNvPr>
          <p:cNvPicPr>
            <a:picLocks noChangeAspect="1"/>
          </p:cNvPicPr>
          <p:nvPr/>
        </p:nvPicPr>
        <p:blipFill>
          <a:blip r:embed="rId2"/>
          <a:stretch>
            <a:fillRect/>
          </a:stretch>
        </p:blipFill>
        <p:spPr>
          <a:xfrm>
            <a:off x="111868" y="877947"/>
            <a:ext cx="2885072" cy="5623635"/>
          </a:xfrm>
          <a:prstGeom prst="rect">
            <a:avLst/>
          </a:prstGeom>
        </p:spPr>
      </p:pic>
      <p:sp>
        <p:nvSpPr>
          <p:cNvPr id="10" name="Rectangle: Rounded Corners 9">
            <a:extLst>
              <a:ext uri="{FF2B5EF4-FFF2-40B4-BE49-F238E27FC236}">
                <a16:creationId xmlns:a16="http://schemas.microsoft.com/office/drawing/2014/main" id="{FB21F784-F20C-4485-8B79-E8D7B68963AD}"/>
              </a:ext>
            </a:extLst>
          </p:cNvPr>
          <p:cNvSpPr/>
          <p:nvPr/>
        </p:nvSpPr>
        <p:spPr>
          <a:xfrm>
            <a:off x="266280" y="2686640"/>
            <a:ext cx="2410931" cy="1470582"/>
          </a:xfrm>
          <a:prstGeom prst="roundRect">
            <a:avLst>
              <a:gd name="adj" fmla="val 50000"/>
            </a:avLst>
          </a:prstGeom>
          <a:no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8C37ED72-ECC8-4DAA-BBB8-78E8F3551E10}"/>
              </a:ext>
            </a:extLst>
          </p:cNvPr>
          <p:cNvPicPr>
            <a:picLocks noChangeAspect="1"/>
          </p:cNvPicPr>
          <p:nvPr/>
        </p:nvPicPr>
        <p:blipFill>
          <a:blip r:embed="rId3"/>
          <a:stretch>
            <a:fillRect/>
          </a:stretch>
        </p:blipFill>
        <p:spPr>
          <a:xfrm>
            <a:off x="3230284" y="967557"/>
            <a:ext cx="2807583" cy="5534025"/>
          </a:xfrm>
          <a:prstGeom prst="rect">
            <a:avLst/>
          </a:prstGeom>
        </p:spPr>
      </p:pic>
      <p:pic>
        <p:nvPicPr>
          <p:cNvPr id="4" name="Picture 3">
            <a:extLst>
              <a:ext uri="{FF2B5EF4-FFF2-40B4-BE49-F238E27FC236}">
                <a16:creationId xmlns:a16="http://schemas.microsoft.com/office/drawing/2014/main" id="{B2F8D2CA-CA75-4C9F-A502-456655F44FA9}"/>
              </a:ext>
            </a:extLst>
          </p:cNvPr>
          <p:cNvPicPr>
            <a:picLocks noChangeAspect="1"/>
          </p:cNvPicPr>
          <p:nvPr/>
        </p:nvPicPr>
        <p:blipFill>
          <a:blip r:embed="rId4"/>
          <a:stretch>
            <a:fillRect/>
          </a:stretch>
        </p:blipFill>
        <p:spPr>
          <a:xfrm>
            <a:off x="6242148" y="967557"/>
            <a:ext cx="2807583" cy="5534025"/>
          </a:xfrm>
          <a:prstGeom prst="rect">
            <a:avLst/>
          </a:prstGeom>
        </p:spPr>
      </p:pic>
      <p:pic>
        <p:nvPicPr>
          <p:cNvPr id="5" name="Picture 4">
            <a:extLst>
              <a:ext uri="{FF2B5EF4-FFF2-40B4-BE49-F238E27FC236}">
                <a16:creationId xmlns:a16="http://schemas.microsoft.com/office/drawing/2014/main" id="{E81AC685-BB56-4009-80B2-99CEF40647C7}"/>
              </a:ext>
            </a:extLst>
          </p:cNvPr>
          <p:cNvPicPr>
            <a:picLocks noChangeAspect="1"/>
          </p:cNvPicPr>
          <p:nvPr/>
        </p:nvPicPr>
        <p:blipFill>
          <a:blip r:embed="rId5"/>
          <a:stretch>
            <a:fillRect/>
          </a:stretch>
        </p:blipFill>
        <p:spPr>
          <a:xfrm>
            <a:off x="9257123" y="967557"/>
            <a:ext cx="2668598" cy="5534025"/>
          </a:xfrm>
          <a:prstGeom prst="rect">
            <a:avLst/>
          </a:prstGeom>
        </p:spPr>
      </p:pic>
    </p:spTree>
    <p:extLst>
      <p:ext uri="{BB962C8B-B14F-4D97-AF65-F5344CB8AC3E}">
        <p14:creationId xmlns:p14="http://schemas.microsoft.com/office/powerpoint/2010/main" val="2582872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0"/>
            <a:ext cx="4800128"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6A: Business Profile Update</a:t>
            </a:r>
          </a:p>
        </p:txBody>
      </p:sp>
      <p:sp>
        <p:nvSpPr>
          <p:cNvPr id="10" name="Rectangle 9">
            <a:extLst>
              <a:ext uri="{FF2B5EF4-FFF2-40B4-BE49-F238E27FC236}">
                <a16:creationId xmlns:a16="http://schemas.microsoft.com/office/drawing/2014/main" id="{E51DD838-074E-4D25-8A07-6F935A619419}"/>
              </a:ext>
            </a:extLst>
          </p:cNvPr>
          <p:cNvSpPr/>
          <p:nvPr/>
        </p:nvSpPr>
        <p:spPr>
          <a:xfrm>
            <a:off x="9222941" y="2990654"/>
            <a:ext cx="1988388" cy="8766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Business entity profile</a:t>
            </a:r>
          </a:p>
        </p:txBody>
      </p:sp>
      <p:cxnSp>
        <p:nvCxnSpPr>
          <p:cNvPr id="11" name="Straight Arrow Connector 10">
            <a:extLst>
              <a:ext uri="{FF2B5EF4-FFF2-40B4-BE49-F238E27FC236}">
                <a16:creationId xmlns:a16="http://schemas.microsoft.com/office/drawing/2014/main" id="{D18D9BAA-843A-4C9F-A730-E58D83674685}"/>
              </a:ext>
            </a:extLst>
          </p:cNvPr>
          <p:cNvCxnSpPr>
            <a:cxnSpLocks/>
          </p:cNvCxnSpPr>
          <p:nvPr/>
        </p:nvCxnSpPr>
        <p:spPr>
          <a:xfrm flipH="1">
            <a:off x="7386762" y="3421111"/>
            <a:ext cx="17352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F2FE5EE-0A46-4A6D-B488-2DD37FBFD337}"/>
              </a:ext>
            </a:extLst>
          </p:cNvPr>
          <p:cNvPicPr>
            <a:picLocks noChangeAspect="1"/>
          </p:cNvPicPr>
          <p:nvPr/>
        </p:nvPicPr>
        <p:blipFill rotWithShape="1">
          <a:blip r:embed="rId2">
            <a:extLst>
              <a:ext uri="{28A0092B-C50C-407E-A947-70E740481C1C}">
                <a14:useLocalDpi xmlns:a14="http://schemas.microsoft.com/office/drawing/2010/main" val="0"/>
              </a:ext>
            </a:extLst>
          </a:blip>
          <a:srcRect t="4316"/>
          <a:stretch/>
        </p:blipFill>
        <p:spPr>
          <a:xfrm>
            <a:off x="525365" y="1234911"/>
            <a:ext cx="2758143" cy="5457014"/>
          </a:xfrm>
          <a:prstGeom prst="rect">
            <a:avLst/>
          </a:prstGeom>
          <a:solidFill>
            <a:schemeClr val="bg1"/>
          </a:solidFill>
          <a:ln w="38100">
            <a:solidFill>
              <a:schemeClr val="dk2"/>
            </a:solidFill>
          </a:ln>
        </p:spPr>
      </p:pic>
      <p:pic>
        <p:nvPicPr>
          <p:cNvPr id="5" name="Picture 4">
            <a:extLst>
              <a:ext uri="{FF2B5EF4-FFF2-40B4-BE49-F238E27FC236}">
                <a16:creationId xmlns:a16="http://schemas.microsoft.com/office/drawing/2014/main" id="{8C7BE6CC-0A74-430E-A935-2E33EFEE8E80}"/>
              </a:ext>
            </a:extLst>
          </p:cNvPr>
          <p:cNvPicPr>
            <a:picLocks noChangeAspect="1"/>
          </p:cNvPicPr>
          <p:nvPr/>
        </p:nvPicPr>
        <p:blipFill rotWithShape="1">
          <a:blip r:embed="rId3">
            <a:extLst>
              <a:ext uri="{28A0092B-C50C-407E-A947-70E740481C1C}">
                <a14:useLocalDpi xmlns:a14="http://schemas.microsoft.com/office/drawing/2010/main" val="0"/>
              </a:ext>
            </a:extLst>
          </a:blip>
          <a:srcRect t="5298"/>
          <a:stretch/>
        </p:blipFill>
        <p:spPr>
          <a:xfrm>
            <a:off x="3941381" y="1234911"/>
            <a:ext cx="2952970" cy="5457014"/>
          </a:xfrm>
          <a:prstGeom prst="rect">
            <a:avLst/>
          </a:prstGeom>
          <a:ln w="38100">
            <a:solidFill>
              <a:schemeClr val="dk2"/>
            </a:solidFill>
          </a:ln>
        </p:spPr>
      </p:pic>
      <p:sp>
        <p:nvSpPr>
          <p:cNvPr id="7" name="TextBox 6">
            <a:extLst>
              <a:ext uri="{FF2B5EF4-FFF2-40B4-BE49-F238E27FC236}">
                <a16:creationId xmlns:a16="http://schemas.microsoft.com/office/drawing/2014/main" id="{6DA32279-EE85-448C-9192-5C3248971D32}"/>
              </a:ext>
            </a:extLst>
          </p:cNvPr>
          <p:cNvSpPr txBox="1"/>
          <p:nvPr/>
        </p:nvSpPr>
        <p:spPr>
          <a:xfrm>
            <a:off x="0" y="507589"/>
            <a:ext cx="600323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The customer will proceed and fill out the business details</a:t>
            </a:r>
          </a:p>
        </p:txBody>
      </p:sp>
    </p:spTree>
    <p:extLst>
      <p:ext uri="{BB962C8B-B14F-4D97-AF65-F5344CB8AC3E}">
        <p14:creationId xmlns:p14="http://schemas.microsoft.com/office/powerpoint/2010/main" val="170488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0679" y="-14900"/>
            <a:ext cx="5444184"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6B: Business Documents Upload</a:t>
            </a:r>
          </a:p>
        </p:txBody>
      </p:sp>
      <p:sp>
        <p:nvSpPr>
          <p:cNvPr id="12" name="TextBox 11">
            <a:extLst>
              <a:ext uri="{FF2B5EF4-FFF2-40B4-BE49-F238E27FC236}">
                <a16:creationId xmlns:a16="http://schemas.microsoft.com/office/drawing/2014/main" id="{D62D7020-9F00-4336-9656-CDC576481D4C}"/>
              </a:ext>
            </a:extLst>
          </p:cNvPr>
          <p:cNvSpPr txBox="1"/>
          <p:nvPr/>
        </p:nvSpPr>
        <p:spPr>
          <a:xfrm>
            <a:off x="-1" y="507589"/>
            <a:ext cx="1185539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The customer will proceed and upload the business documents – Business permit or licenses, registration certificate</a:t>
            </a:r>
          </a:p>
        </p:txBody>
      </p:sp>
      <p:pic>
        <p:nvPicPr>
          <p:cNvPr id="3" name="Picture 2">
            <a:extLst>
              <a:ext uri="{FF2B5EF4-FFF2-40B4-BE49-F238E27FC236}">
                <a16:creationId xmlns:a16="http://schemas.microsoft.com/office/drawing/2014/main" id="{C6949B66-7F8E-4036-82FF-2174F85446F4}"/>
              </a:ext>
            </a:extLst>
          </p:cNvPr>
          <p:cNvPicPr>
            <a:picLocks noChangeAspect="1"/>
          </p:cNvPicPr>
          <p:nvPr/>
        </p:nvPicPr>
        <p:blipFill>
          <a:blip r:embed="rId2"/>
          <a:stretch>
            <a:fillRect/>
          </a:stretch>
        </p:blipFill>
        <p:spPr>
          <a:xfrm>
            <a:off x="2578975" y="1314993"/>
            <a:ext cx="2411931" cy="4808366"/>
          </a:xfrm>
          <a:prstGeom prst="rect">
            <a:avLst/>
          </a:prstGeom>
        </p:spPr>
      </p:pic>
      <p:pic>
        <p:nvPicPr>
          <p:cNvPr id="4" name="Picture 3">
            <a:extLst>
              <a:ext uri="{FF2B5EF4-FFF2-40B4-BE49-F238E27FC236}">
                <a16:creationId xmlns:a16="http://schemas.microsoft.com/office/drawing/2014/main" id="{73B0FD0F-0FD4-4111-AB6E-9C011DE8A0EF}"/>
              </a:ext>
            </a:extLst>
          </p:cNvPr>
          <p:cNvPicPr>
            <a:picLocks noChangeAspect="1"/>
          </p:cNvPicPr>
          <p:nvPr/>
        </p:nvPicPr>
        <p:blipFill>
          <a:blip r:embed="rId3"/>
          <a:stretch>
            <a:fillRect/>
          </a:stretch>
        </p:blipFill>
        <p:spPr>
          <a:xfrm>
            <a:off x="4999544" y="1314993"/>
            <a:ext cx="2324129" cy="4808367"/>
          </a:xfrm>
          <a:prstGeom prst="rect">
            <a:avLst/>
          </a:prstGeom>
        </p:spPr>
      </p:pic>
      <p:pic>
        <p:nvPicPr>
          <p:cNvPr id="5" name="Picture 4">
            <a:extLst>
              <a:ext uri="{FF2B5EF4-FFF2-40B4-BE49-F238E27FC236}">
                <a16:creationId xmlns:a16="http://schemas.microsoft.com/office/drawing/2014/main" id="{2B84F239-C85B-4EF9-9BDA-DF5B52FB3CF7}"/>
              </a:ext>
            </a:extLst>
          </p:cNvPr>
          <p:cNvPicPr>
            <a:picLocks noChangeAspect="1"/>
          </p:cNvPicPr>
          <p:nvPr/>
        </p:nvPicPr>
        <p:blipFill>
          <a:blip r:embed="rId4"/>
          <a:stretch>
            <a:fillRect/>
          </a:stretch>
        </p:blipFill>
        <p:spPr>
          <a:xfrm>
            <a:off x="7323673" y="1314993"/>
            <a:ext cx="2401822" cy="4808367"/>
          </a:xfrm>
          <a:prstGeom prst="rect">
            <a:avLst/>
          </a:prstGeom>
        </p:spPr>
      </p:pic>
      <p:pic>
        <p:nvPicPr>
          <p:cNvPr id="9" name="Picture 8">
            <a:extLst>
              <a:ext uri="{FF2B5EF4-FFF2-40B4-BE49-F238E27FC236}">
                <a16:creationId xmlns:a16="http://schemas.microsoft.com/office/drawing/2014/main" id="{E1BBC207-92EE-4D98-809A-2A03A494BAA1}"/>
              </a:ext>
            </a:extLst>
          </p:cNvPr>
          <p:cNvPicPr>
            <a:picLocks noChangeAspect="1"/>
          </p:cNvPicPr>
          <p:nvPr/>
        </p:nvPicPr>
        <p:blipFill>
          <a:blip r:embed="rId5"/>
          <a:stretch>
            <a:fillRect/>
          </a:stretch>
        </p:blipFill>
        <p:spPr>
          <a:xfrm>
            <a:off x="142374" y="1314993"/>
            <a:ext cx="2411931" cy="4808366"/>
          </a:xfrm>
          <a:prstGeom prst="rect">
            <a:avLst/>
          </a:prstGeom>
        </p:spPr>
      </p:pic>
      <p:pic>
        <p:nvPicPr>
          <p:cNvPr id="11" name="Picture 10">
            <a:extLst>
              <a:ext uri="{FF2B5EF4-FFF2-40B4-BE49-F238E27FC236}">
                <a16:creationId xmlns:a16="http://schemas.microsoft.com/office/drawing/2014/main" id="{581E2E14-D254-4B51-B138-B24EE3B85BC1}"/>
              </a:ext>
            </a:extLst>
          </p:cNvPr>
          <p:cNvPicPr>
            <a:picLocks noChangeAspect="1"/>
          </p:cNvPicPr>
          <p:nvPr/>
        </p:nvPicPr>
        <p:blipFill>
          <a:blip r:embed="rId6"/>
          <a:stretch>
            <a:fillRect/>
          </a:stretch>
        </p:blipFill>
        <p:spPr>
          <a:xfrm>
            <a:off x="9725495" y="1334586"/>
            <a:ext cx="2401823" cy="4788773"/>
          </a:xfrm>
          <a:prstGeom prst="rect">
            <a:avLst/>
          </a:prstGeom>
        </p:spPr>
      </p:pic>
    </p:spTree>
    <p:extLst>
      <p:ext uri="{BB962C8B-B14F-4D97-AF65-F5344CB8AC3E}">
        <p14:creationId xmlns:p14="http://schemas.microsoft.com/office/powerpoint/2010/main" val="5168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26549"/>
            <a:ext cx="4974866"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7: How to improve the score</a:t>
            </a:r>
          </a:p>
        </p:txBody>
      </p:sp>
      <p:pic>
        <p:nvPicPr>
          <p:cNvPr id="5" name="Picture 4">
            <a:extLst>
              <a:ext uri="{FF2B5EF4-FFF2-40B4-BE49-F238E27FC236}">
                <a16:creationId xmlns:a16="http://schemas.microsoft.com/office/drawing/2014/main" id="{AE49D13D-4353-438D-9736-63E6EA31D4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62533" y="962108"/>
            <a:ext cx="2569066" cy="5709036"/>
          </a:xfrm>
          <a:prstGeom prst="rect">
            <a:avLst/>
          </a:prstGeom>
          <a:solidFill>
            <a:schemeClr val="bg1"/>
          </a:solidFill>
          <a:ln w="38100">
            <a:solidFill>
              <a:schemeClr val="tx1"/>
            </a:solidFill>
          </a:ln>
        </p:spPr>
      </p:pic>
      <p:pic>
        <p:nvPicPr>
          <p:cNvPr id="3" name="Picture 2">
            <a:extLst>
              <a:ext uri="{FF2B5EF4-FFF2-40B4-BE49-F238E27FC236}">
                <a16:creationId xmlns:a16="http://schemas.microsoft.com/office/drawing/2014/main" id="{5AB23B2D-F67F-4723-B6E4-E56BD4F1E2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11088" y="930303"/>
            <a:ext cx="2563452" cy="5740841"/>
          </a:xfrm>
          <a:prstGeom prst="rect">
            <a:avLst/>
          </a:prstGeom>
          <a:solidFill>
            <a:schemeClr val="bg1"/>
          </a:solidFill>
          <a:ln w="38100">
            <a:solidFill>
              <a:schemeClr val="tx1"/>
            </a:solidFill>
          </a:ln>
        </p:spPr>
      </p:pic>
      <p:pic>
        <p:nvPicPr>
          <p:cNvPr id="10" name="Picture 9">
            <a:extLst>
              <a:ext uri="{FF2B5EF4-FFF2-40B4-BE49-F238E27FC236}">
                <a16:creationId xmlns:a16="http://schemas.microsoft.com/office/drawing/2014/main" id="{A90558C6-55B4-46F6-85E2-FBB3766F2DC5}"/>
              </a:ext>
            </a:extLst>
          </p:cNvPr>
          <p:cNvPicPr>
            <a:picLocks noChangeAspect="1"/>
          </p:cNvPicPr>
          <p:nvPr/>
        </p:nvPicPr>
        <p:blipFill>
          <a:blip r:embed="rId4"/>
          <a:stretch>
            <a:fillRect/>
          </a:stretch>
        </p:blipFill>
        <p:spPr>
          <a:xfrm>
            <a:off x="3017466" y="2365412"/>
            <a:ext cx="2729731" cy="1435311"/>
          </a:xfrm>
          <a:prstGeom prst="rect">
            <a:avLst/>
          </a:prstGeom>
        </p:spPr>
      </p:pic>
      <p:pic>
        <p:nvPicPr>
          <p:cNvPr id="2" name="Picture 1">
            <a:extLst>
              <a:ext uri="{FF2B5EF4-FFF2-40B4-BE49-F238E27FC236}">
                <a16:creationId xmlns:a16="http://schemas.microsoft.com/office/drawing/2014/main" id="{56EF769A-9595-4CC6-8661-73452064D2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38817" y="930303"/>
            <a:ext cx="2563452" cy="5740841"/>
          </a:xfrm>
          <a:prstGeom prst="rect">
            <a:avLst/>
          </a:prstGeom>
          <a:ln w="38100">
            <a:solidFill>
              <a:schemeClr val="tx1"/>
            </a:solidFill>
          </a:ln>
        </p:spPr>
      </p:pic>
      <p:pic>
        <p:nvPicPr>
          <p:cNvPr id="4" name="Picture 3">
            <a:extLst>
              <a:ext uri="{FF2B5EF4-FFF2-40B4-BE49-F238E27FC236}">
                <a16:creationId xmlns:a16="http://schemas.microsoft.com/office/drawing/2014/main" id="{3AE631E8-AED2-40E4-8922-54B47CF81A6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5114" y="930303"/>
            <a:ext cx="2563452" cy="5740841"/>
          </a:xfrm>
          <a:prstGeom prst="rect">
            <a:avLst/>
          </a:prstGeom>
          <a:ln w="38100">
            <a:solidFill>
              <a:schemeClr val="dk2"/>
            </a:solidFill>
          </a:ln>
        </p:spPr>
      </p:pic>
      <p:sp>
        <p:nvSpPr>
          <p:cNvPr id="9" name="TextBox 8">
            <a:extLst>
              <a:ext uri="{FF2B5EF4-FFF2-40B4-BE49-F238E27FC236}">
                <a16:creationId xmlns:a16="http://schemas.microsoft.com/office/drawing/2014/main" id="{3F161694-48FE-4E82-9FFE-380CB5F8B515}"/>
              </a:ext>
            </a:extLst>
          </p:cNvPr>
          <p:cNvSpPr txBox="1"/>
          <p:nvPr/>
        </p:nvSpPr>
        <p:spPr>
          <a:xfrm>
            <a:off x="-1" y="507589"/>
            <a:ext cx="121920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In case the customer is not satisfied with the limit allocated, they can upload their M-</a:t>
            </a:r>
            <a:r>
              <a:rPr kumimoji="0" lang="en-US" sz="1600" b="1" i="0" u="none" strike="noStrike" kern="1200" cap="none" spc="0" normalizeH="0" baseline="0" noProof="0" dirty="0" err="1">
                <a:ln>
                  <a:noFill/>
                </a:ln>
                <a:solidFill>
                  <a:srgbClr val="000000"/>
                </a:solidFill>
                <a:effectLst/>
                <a:uLnTx/>
                <a:uFillTx/>
                <a:latin typeface="Century Gothic" panose="020B0502020202020204" pitchFamily="34" charset="0"/>
                <a:ea typeface="+mn-ea"/>
                <a:cs typeface="+mn-cs"/>
              </a:rPr>
              <a:t>Pesa</a:t>
            </a: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 statement to improve the score</a:t>
            </a:r>
          </a:p>
        </p:txBody>
      </p:sp>
    </p:spTree>
    <p:extLst>
      <p:ext uri="{BB962C8B-B14F-4D97-AF65-F5344CB8AC3E}">
        <p14:creationId xmlns:p14="http://schemas.microsoft.com/office/powerpoint/2010/main" val="2366336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56233" y="0"/>
            <a:ext cx="7060676"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926"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8: Loan Application &amp; notifications</a:t>
            </a:r>
          </a:p>
        </p:txBody>
      </p:sp>
      <p:sp>
        <p:nvSpPr>
          <p:cNvPr id="6" name="TextBox 8">
            <a:extLst>
              <a:ext uri="{FF2B5EF4-FFF2-40B4-BE49-F238E27FC236}">
                <a16:creationId xmlns:a16="http://schemas.microsoft.com/office/drawing/2014/main" id="{FEB474AC-D38E-4D6A-810A-5E6FA5940436}"/>
              </a:ext>
            </a:extLst>
          </p:cNvPr>
          <p:cNvSpPr txBox="1"/>
          <p:nvPr/>
        </p:nvSpPr>
        <p:spPr>
          <a:xfrm>
            <a:off x="8746870" y="1943272"/>
            <a:ext cx="3339001" cy="1485728"/>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Your NCBA BOOSTA  Loan KES. XXXX has been successfully approved and will be disbursed shortly.</a:t>
            </a:r>
          </a:p>
        </p:txBody>
      </p:sp>
      <p:sp>
        <p:nvSpPr>
          <p:cNvPr id="7" name="TextBox 8">
            <a:extLst>
              <a:ext uri="{FF2B5EF4-FFF2-40B4-BE49-F238E27FC236}">
                <a16:creationId xmlns:a16="http://schemas.microsoft.com/office/drawing/2014/main" id="{65D96918-15DE-41D3-A7D0-F10962BFF455}"/>
              </a:ext>
            </a:extLst>
          </p:cNvPr>
          <p:cNvSpPr txBox="1"/>
          <p:nvPr/>
        </p:nvSpPr>
        <p:spPr>
          <a:xfrm>
            <a:off x="8746872" y="4924615"/>
            <a:ext cx="3339001" cy="1477199"/>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Confirmed. Purchase of KES XXX has been paid by Bonface Macharia to EABL Ref No. FTX24044GAAAE</a:t>
            </a:r>
          </a:p>
        </p:txBody>
      </p:sp>
      <p:sp>
        <p:nvSpPr>
          <p:cNvPr id="3" name="Oval 2">
            <a:extLst>
              <a:ext uri="{FF2B5EF4-FFF2-40B4-BE49-F238E27FC236}">
                <a16:creationId xmlns:a16="http://schemas.microsoft.com/office/drawing/2014/main" id="{67E1676C-1578-430C-82E5-FB44B5DA3475}"/>
              </a:ext>
            </a:extLst>
          </p:cNvPr>
          <p:cNvSpPr/>
          <p:nvPr/>
        </p:nvSpPr>
        <p:spPr>
          <a:xfrm>
            <a:off x="9462066" y="4041990"/>
            <a:ext cx="2172469" cy="956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SMS to the Anchor</a:t>
            </a:r>
          </a:p>
        </p:txBody>
      </p:sp>
      <p:sp>
        <p:nvSpPr>
          <p:cNvPr id="9" name="Oval 8">
            <a:extLst>
              <a:ext uri="{FF2B5EF4-FFF2-40B4-BE49-F238E27FC236}">
                <a16:creationId xmlns:a16="http://schemas.microsoft.com/office/drawing/2014/main" id="{6BE6DB9C-BC89-4E68-8B2D-6D70D3CDA324}"/>
              </a:ext>
            </a:extLst>
          </p:cNvPr>
          <p:cNvSpPr/>
          <p:nvPr/>
        </p:nvSpPr>
        <p:spPr>
          <a:xfrm>
            <a:off x="9330135" y="1054108"/>
            <a:ext cx="2172469" cy="9514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SMS to the customer</a:t>
            </a:r>
          </a:p>
        </p:txBody>
      </p:sp>
      <p:pic>
        <p:nvPicPr>
          <p:cNvPr id="11" name="Picture 10">
            <a:extLst>
              <a:ext uri="{FF2B5EF4-FFF2-40B4-BE49-F238E27FC236}">
                <a16:creationId xmlns:a16="http://schemas.microsoft.com/office/drawing/2014/main" id="{B232101C-8D13-47F4-9DFC-8AE297DA2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1348" y="1208597"/>
            <a:ext cx="2451706" cy="5495944"/>
          </a:xfrm>
          <a:prstGeom prst="rect">
            <a:avLst/>
          </a:prstGeom>
          <a:ln w="38100">
            <a:solidFill>
              <a:schemeClr val="tx1"/>
            </a:solidFill>
          </a:ln>
        </p:spPr>
      </p:pic>
      <p:pic>
        <p:nvPicPr>
          <p:cNvPr id="13" name="Picture 12">
            <a:extLst>
              <a:ext uri="{FF2B5EF4-FFF2-40B4-BE49-F238E27FC236}">
                <a16:creationId xmlns:a16="http://schemas.microsoft.com/office/drawing/2014/main" id="{E8B1E371-1164-4C0A-B777-72A418F235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711" y="1208597"/>
            <a:ext cx="2451706" cy="5495944"/>
          </a:xfrm>
          <a:prstGeom prst="rect">
            <a:avLst/>
          </a:prstGeom>
          <a:ln w="38100">
            <a:solidFill>
              <a:schemeClr val="tx1"/>
            </a:solidFill>
          </a:ln>
        </p:spPr>
      </p:pic>
      <p:pic>
        <p:nvPicPr>
          <p:cNvPr id="4" name="Picture 3">
            <a:extLst>
              <a:ext uri="{FF2B5EF4-FFF2-40B4-BE49-F238E27FC236}">
                <a16:creationId xmlns:a16="http://schemas.microsoft.com/office/drawing/2014/main" id="{0459FD3C-3E32-4C61-974E-D5895407B6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5830" y="1208597"/>
            <a:ext cx="2455947" cy="5505451"/>
          </a:xfrm>
          <a:prstGeom prst="rect">
            <a:avLst/>
          </a:prstGeom>
          <a:ln w="38100">
            <a:solidFill>
              <a:schemeClr val="tx1"/>
            </a:solidFill>
          </a:ln>
        </p:spPr>
      </p:pic>
      <p:sp>
        <p:nvSpPr>
          <p:cNvPr id="10" name="TextBox 9">
            <a:extLst>
              <a:ext uri="{FF2B5EF4-FFF2-40B4-BE49-F238E27FC236}">
                <a16:creationId xmlns:a16="http://schemas.microsoft.com/office/drawing/2014/main" id="{7D9953BC-0BC7-4AC9-9A0D-21ABE5F61568}"/>
              </a:ext>
            </a:extLst>
          </p:cNvPr>
          <p:cNvSpPr txBox="1"/>
          <p:nvPr/>
        </p:nvSpPr>
        <p:spPr>
          <a:xfrm>
            <a:off x="-1" y="507589"/>
            <a:ext cx="1219200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Upon confirmation of the amount to be financed, the customer will proceed with loan application and the funds will be disbursed directly to the Anchor’s account and all the parties are notified on the transaction.</a:t>
            </a:r>
          </a:p>
        </p:txBody>
      </p:sp>
    </p:spTree>
    <p:extLst>
      <p:ext uri="{BB962C8B-B14F-4D97-AF65-F5344CB8AC3E}">
        <p14:creationId xmlns:p14="http://schemas.microsoft.com/office/powerpoint/2010/main" val="1108125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oogle Shape;152;p22">
            <a:extLst>
              <a:ext uri="{FF2B5EF4-FFF2-40B4-BE49-F238E27FC236}">
                <a16:creationId xmlns:a16="http://schemas.microsoft.com/office/drawing/2014/main" id="{E384554C-940E-4A6B-8A0D-A5B8AFB609F8}"/>
              </a:ext>
            </a:extLst>
          </p:cNvPr>
          <p:cNvPicPr preferRelativeResize="0"/>
          <p:nvPr/>
        </p:nvPicPr>
        <p:blipFill>
          <a:blip r:embed="rId2">
            <a:extLst>
              <a:ext uri="{28A0092B-C50C-407E-A947-70E740481C1C}">
                <a14:useLocalDpi xmlns:a14="http://schemas.microsoft.com/office/drawing/2010/main" val="0"/>
              </a:ext>
            </a:extLst>
          </a:blip>
          <a:stretch>
            <a:fillRect/>
          </a:stretch>
        </p:blipFill>
        <p:spPr>
          <a:xfrm>
            <a:off x="368851" y="1093018"/>
            <a:ext cx="2506777" cy="5617784"/>
          </a:xfrm>
          <a:prstGeom prst="rect">
            <a:avLst/>
          </a:prstGeom>
          <a:noFill/>
          <a:ln w="28575">
            <a:solidFill>
              <a:schemeClr val="tx1"/>
            </a:solidFill>
          </a:ln>
        </p:spPr>
      </p:pic>
      <p:sp>
        <p:nvSpPr>
          <p:cNvPr id="8" name="TextBox 8"/>
          <p:cNvSpPr txBox="1"/>
          <p:nvPr/>
        </p:nvSpPr>
        <p:spPr>
          <a:xfrm>
            <a:off x="-15903" y="-14268"/>
            <a:ext cx="7334545"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9: Loan Repayment – Partial or Full Payment</a:t>
            </a:r>
          </a:p>
        </p:txBody>
      </p:sp>
      <p:pic>
        <p:nvPicPr>
          <p:cNvPr id="10" name="Google Shape;153;p22">
            <a:extLst>
              <a:ext uri="{FF2B5EF4-FFF2-40B4-BE49-F238E27FC236}">
                <a16:creationId xmlns:a16="http://schemas.microsoft.com/office/drawing/2014/main" id="{74982B41-A823-406F-9810-2553CD22E32B}"/>
              </a:ext>
            </a:extLst>
          </p:cNvPr>
          <p:cNvPicPr preferRelativeResize="0"/>
          <p:nvPr/>
        </p:nvPicPr>
        <p:blipFill>
          <a:blip r:embed="rId3">
            <a:extLst>
              <a:ext uri="{28A0092B-C50C-407E-A947-70E740481C1C}">
                <a14:useLocalDpi xmlns:a14="http://schemas.microsoft.com/office/drawing/2010/main" val="0"/>
              </a:ext>
            </a:extLst>
          </a:blip>
          <a:stretch>
            <a:fillRect/>
          </a:stretch>
        </p:blipFill>
        <p:spPr>
          <a:xfrm>
            <a:off x="3434884" y="1093019"/>
            <a:ext cx="2506057" cy="5617783"/>
          </a:xfrm>
          <a:prstGeom prst="rect">
            <a:avLst/>
          </a:prstGeom>
          <a:noFill/>
          <a:ln w="28575">
            <a:solidFill>
              <a:schemeClr val="tx1"/>
            </a:solidFill>
          </a:ln>
        </p:spPr>
      </p:pic>
      <p:pic>
        <p:nvPicPr>
          <p:cNvPr id="11" name="Google Shape;151;p22">
            <a:extLst>
              <a:ext uri="{FF2B5EF4-FFF2-40B4-BE49-F238E27FC236}">
                <a16:creationId xmlns:a16="http://schemas.microsoft.com/office/drawing/2014/main" id="{E4CAD36C-6C60-4345-8FE0-6D3E636ACE5F}"/>
              </a:ext>
            </a:extLst>
          </p:cNvPr>
          <p:cNvPicPr preferRelativeResize="0"/>
          <p:nvPr/>
        </p:nvPicPr>
        <p:blipFill>
          <a:blip r:embed="rId4">
            <a:extLst>
              <a:ext uri="{28A0092B-C50C-407E-A947-70E740481C1C}">
                <a14:useLocalDpi xmlns:a14="http://schemas.microsoft.com/office/drawing/2010/main" val="0"/>
              </a:ext>
            </a:extLst>
          </a:blip>
          <a:stretch>
            <a:fillRect/>
          </a:stretch>
        </p:blipFill>
        <p:spPr>
          <a:xfrm>
            <a:off x="6377182" y="1093019"/>
            <a:ext cx="2506058" cy="5617784"/>
          </a:xfrm>
          <a:prstGeom prst="rect">
            <a:avLst/>
          </a:prstGeom>
          <a:noFill/>
          <a:ln w="28575">
            <a:solidFill>
              <a:schemeClr val="tx1"/>
            </a:solidFill>
          </a:ln>
        </p:spPr>
      </p:pic>
      <p:pic>
        <p:nvPicPr>
          <p:cNvPr id="12" name="Google Shape;152;p22">
            <a:extLst>
              <a:ext uri="{FF2B5EF4-FFF2-40B4-BE49-F238E27FC236}">
                <a16:creationId xmlns:a16="http://schemas.microsoft.com/office/drawing/2014/main" id="{E384554C-940E-4A6B-8A0D-A5B8AFB609F8}"/>
              </a:ext>
            </a:extLst>
          </p:cNvPr>
          <p:cNvPicPr preferRelativeResize="0"/>
          <p:nvPr/>
        </p:nvPicPr>
        <p:blipFill>
          <a:blip r:embed="rId2">
            <a:extLst>
              <a:ext uri="{28A0092B-C50C-407E-A947-70E740481C1C}">
                <a14:useLocalDpi xmlns:a14="http://schemas.microsoft.com/office/drawing/2010/main" val="0"/>
              </a:ext>
            </a:extLst>
          </a:blip>
          <a:stretch>
            <a:fillRect/>
          </a:stretch>
        </p:blipFill>
        <p:spPr>
          <a:xfrm>
            <a:off x="9228023" y="1093018"/>
            <a:ext cx="2506777" cy="5617784"/>
          </a:xfrm>
          <a:prstGeom prst="rect">
            <a:avLst/>
          </a:prstGeom>
          <a:noFill/>
          <a:ln w="28575">
            <a:solidFill>
              <a:schemeClr val="tx1"/>
            </a:solidFill>
          </a:ln>
        </p:spPr>
      </p:pic>
      <p:sp>
        <p:nvSpPr>
          <p:cNvPr id="14" name="Flowchart: Connector 13">
            <a:extLst>
              <a:ext uri="{FF2B5EF4-FFF2-40B4-BE49-F238E27FC236}">
                <a16:creationId xmlns:a16="http://schemas.microsoft.com/office/drawing/2014/main" id="{31BC81DF-B5E2-4F82-A778-8EC6EB5BF289}"/>
              </a:ext>
            </a:extLst>
          </p:cNvPr>
          <p:cNvSpPr/>
          <p:nvPr/>
        </p:nvSpPr>
        <p:spPr>
          <a:xfrm>
            <a:off x="6645675" y="1344108"/>
            <a:ext cx="1289726" cy="476156"/>
          </a:xfrm>
          <a:prstGeom prst="flowChartConnector">
            <a:avLst/>
          </a:prstGeom>
          <a:no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lowchart: Connector 8">
            <a:extLst>
              <a:ext uri="{FF2B5EF4-FFF2-40B4-BE49-F238E27FC236}">
                <a16:creationId xmlns:a16="http://schemas.microsoft.com/office/drawing/2014/main" id="{28FB7AAE-9B1C-4C43-BC2B-D07796D110FF}"/>
              </a:ext>
            </a:extLst>
          </p:cNvPr>
          <p:cNvSpPr/>
          <p:nvPr/>
        </p:nvSpPr>
        <p:spPr>
          <a:xfrm>
            <a:off x="368851" y="3363402"/>
            <a:ext cx="2534700" cy="808128"/>
          </a:xfrm>
          <a:prstGeom prst="flowChartConnector">
            <a:avLst/>
          </a:prstGeom>
          <a:no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lowchart: Connector 12">
            <a:extLst>
              <a:ext uri="{FF2B5EF4-FFF2-40B4-BE49-F238E27FC236}">
                <a16:creationId xmlns:a16="http://schemas.microsoft.com/office/drawing/2014/main" id="{F12E7D52-E978-4A19-8B61-4080E716FA10}"/>
              </a:ext>
            </a:extLst>
          </p:cNvPr>
          <p:cNvSpPr/>
          <p:nvPr/>
        </p:nvSpPr>
        <p:spPr>
          <a:xfrm>
            <a:off x="9660546" y="1344108"/>
            <a:ext cx="1289726" cy="476156"/>
          </a:xfrm>
          <a:prstGeom prst="flowChartConnector">
            <a:avLst/>
          </a:prstGeom>
          <a:no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46575E14-ED2A-40F5-8B18-4A0CCFE3E0AA}"/>
              </a:ext>
            </a:extLst>
          </p:cNvPr>
          <p:cNvSpPr txBox="1"/>
          <p:nvPr/>
        </p:nvSpPr>
        <p:spPr>
          <a:xfrm>
            <a:off x="-15903" y="461888"/>
            <a:ext cx="12062129"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On the due date, the system will automatically recover the funds from the customer’s account. However, the customer can initiate the loan repayment for either full or partial payment. The source of funds can be either NCBA account or M-</a:t>
            </a:r>
            <a:r>
              <a:rPr kumimoji="0" lang="en-US" sz="1500" b="1" i="0" u="none" strike="noStrike" kern="1200" cap="none" spc="0" normalizeH="0" baseline="0" noProof="0" dirty="0" err="1">
                <a:ln>
                  <a:noFill/>
                </a:ln>
                <a:solidFill>
                  <a:srgbClr val="000000"/>
                </a:solidFill>
                <a:effectLst/>
                <a:uLnTx/>
                <a:uFillTx/>
                <a:latin typeface="Century Gothic" panose="020B0502020202020204" pitchFamily="34" charset="0"/>
                <a:ea typeface="+mn-ea"/>
                <a:cs typeface="+mn-cs"/>
              </a:rPr>
              <a:t>Pesa</a:t>
            </a:r>
            <a:r>
              <a:rPr kumimoji="0" lang="en-US" sz="15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 wallet</a:t>
            </a:r>
          </a:p>
        </p:txBody>
      </p:sp>
    </p:spTree>
    <p:extLst>
      <p:ext uri="{BB962C8B-B14F-4D97-AF65-F5344CB8AC3E}">
        <p14:creationId xmlns:p14="http://schemas.microsoft.com/office/powerpoint/2010/main" val="1088280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0"/>
            <a:ext cx="8188941" cy="477310"/>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10: Notifications upon Successful Loan Repayment</a:t>
            </a:r>
            <a:endParaRPr kumimoji="0" lang="en-US" sz="2400" b="0"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endParaRPr>
          </a:p>
        </p:txBody>
      </p:sp>
      <p:sp>
        <p:nvSpPr>
          <p:cNvPr id="7" name="TextBox 8">
            <a:extLst>
              <a:ext uri="{FF2B5EF4-FFF2-40B4-BE49-F238E27FC236}">
                <a16:creationId xmlns:a16="http://schemas.microsoft.com/office/drawing/2014/main" id="{D3B9C0D6-0104-4716-842F-783CB56A996D}"/>
              </a:ext>
            </a:extLst>
          </p:cNvPr>
          <p:cNvSpPr txBox="1"/>
          <p:nvPr/>
        </p:nvSpPr>
        <p:spPr>
          <a:xfrm>
            <a:off x="7631937" y="3102128"/>
            <a:ext cx="4429760" cy="1477199"/>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Partial:  </a:t>
            </a: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partial payment of KES 1000.00 on your NCBA BOOSTA loan has been received. Your loan balance is now Ksh 7025.02. For inquiries call 07***64”</a:t>
            </a:r>
          </a:p>
        </p:txBody>
      </p:sp>
      <p:sp>
        <p:nvSpPr>
          <p:cNvPr id="11" name="TextBox 8">
            <a:extLst>
              <a:ext uri="{FF2B5EF4-FFF2-40B4-BE49-F238E27FC236}">
                <a16:creationId xmlns:a16="http://schemas.microsoft.com/office/drawing/2014/main" id="{D7EF361C-D868-4CE4-8AF0-EFB7F88777CE}"/>
              </a:ext>
            </a:extLst>
          </p:cNvPr>
          <p:cNvSpPr txBox="1"/>
          <p:nvPr/>
        </p:nvSpPr>
        <p:spPr>
          <a:xfrm>
            <a:off x="7631937" y="1354455"/>
            <a:ext cx="4429760" cy="1477199"/>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Macharia, your NCBA BOOSTA App Loan repayment initiated. To continue enter OTP 324646. Message Id z3S74/LREQ9</a:t>
            </a:r>
          </a:p>
        </p:txBody>
      </p:sp>
      <p:sp>
        <p:nvSpPr>
          <p:cNvPr id="12" name="TextBox 8">
            <a:extLst>
              <a:ext uri="{FF2B5EF4-FFF2-40B4-BE49-F238E27FC236}">
                <a16:creationId xmlns:a16="http://schemas.microsoft.com/office/drawing/2014/main" id="{0437C5D9-C84F-4D34-B11A-A00E1F154059}"/>
              </a:ext>
            </a:extLst>
          </p:cNvPr>
          <p:cNvSpPr txBox="1"/>
          <p:nvPr/>
        </p:nvSpPr>
        <p:spPr>
          <a:xfrm>
            <a:off x="7631937" y="4849801"/>
            <a:ext cx="4429760" cy="1477199"/>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Full:</a:t>
            </a:r>
            <a:r>
              <a:rPr kumimoji="0" lang="en-US" sz="11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 </a:t>
            </a: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You have now fully repaid your loan of amount Kshs 20000.00. To request for another loan visit our NCBA BOOSTA  App”</a:t>
            </a:r>
          </a:p>
        </p:txBody>
      </p:sp>
      <p:pic>
        <p:nvPicPr>
          <p:cNvPr id="10" name="Google Shape;161;p23">
            <a:extLst>
              <a:ext uri="{FF2B5EF4-FFF2-40B4-BE49-F238E27FC236}">
                <a16:creationId xmlns:a16="http://schemas.microsoft.com/office/drawing/2014/main" id="{342BFCCF-2AE0-4BE7-ADFC-94637D654EF1}"/>
              </a:ext>
            </a:extLst>
          </p:cNvPr>
          <p:cNvPicPr preferRelativeResize="0"/>
          <p:nvPr/>
        </p:nvPicPr>
        <p:blipFill>
          <a:blip r:embed="rId2">
            <a:alphaModFix/>
          </a:blip>
          <a:stretch>
            <a:fillRect/>
          </a:stretch>
        </p:blipFill>
        <p:spPr>
          <a:xfrm>
            <a:off x="147389" y="947160"/>
            <a:ext cx="2325880" cy="5439262"/>
          </a:xfrm>
          <a:prstGeom prst="rect">
            <a:avLst/>
          </a:prstGeom>
          <a:noFill/>
          <a:ln>
            <a:noFill/>
          </a:ln>
        </p:spPr>
      </p:pic>
      <p:pic>
        <p:nvPicPr>
          <p:cNvPr id="13" name="Google Shape;163;p23">
            <a:extLst>
              <a:ext uri="{FF2B5EF4-FFF2-40B4-BE49-F238E27FC236}">
                <a16:creationId xmlns:a16="http://schemas.microsoft.com/office/drawing/2014/main" id="{6CC4EE51-EE89-40F3-8017-CA0B3F5EE3AC}"/>
              </a:ext>
            </a:extLst>
          </p:cNvPr>
          <p:cNvPicPr preferRelativeResize="0"/>
          <p:nvPr/>
        </p:nvPicPr>
        <p:blipFill>
          <a:blip r:embed="rId3">
            <a:extLst>
              <a:ext uri="{28A0092B-C50C-407E-A947-70E740481C1C}">
                <a14:useLocalDpi xmlns:a14="http://schemas.microsoft.com/office/drawing/2010/main" val="0"/>
              </a:ext>
            </a:extLst>
          </a:blip>
          <a:stretch>
            <a:fillRect/>
          </a:stretch>
        </p:blipFill>
        <p:spPr>
          <a:xfrm>
            <a:off x="2626861" y="931713"/>
            <a:ext cx="2276469" cy="5486734"/>
          </a:xfrm>
          <a:prstGeom prst="rect">
            <a:avLst/>
          </a:prstGeom>
          <a:noFill/>
          <a:ln>
            <a:noFill/>
          </a:ln>
        </p:spPr>
      </p:pic>
      <p:pic>
        <p:nvPicPr>
          <p:cNvPr id="14" name="Google Shape;162;p23">
            <a:extLst>
              <a:ext uri="{FF2B5EF4-FFF2-40B4-BE49-F238E27FC236}">
                <a16:creationId xmlns:a16="http://schemas.microsoft.com/office/drawing/2014/main" id="{0B9DB795-80DC-4C9B-8485-5D33579D7590}"/>
              </a:ext>
            </a:extLst>
          </p:cNvPr>
          <p:cNvPicPr preferRelativeResize="0"/>
          <p:nvPr/>
        </p:nvPicPr>
        <p:blipFill>
          <a:blip r:embed="rId4">
            <a:extLst>
              <a:ext uri="{28A0092B-C50C-407E-A947-70E740481C1C}">
                <a14:useLocalDpi xmlns:a14="http://schemas.microsoft.com/office/drawing/2010/main" val="0"/>
              </a:ext>
            </a:extLst>
          </a:blip>
          <a:stretch>
            <a:fillRect/>
          </a:stretch>
        </p:blipFill>
        <p:spPr>
          <a:xfrm>
            <a:off x="5062223" y="931713"/>
            <a:ext cx="2419954" cy="5486734"/>
          </a:xfrm>
          <a:prstGeom prst="rect">
            <a:avLst/>
          </a:prstGeom>
          <a:noFill/>
          <a:ln>
            <a:noFill/>
          </a:ln>
        </p:spPr>
      </p:pic>
      <p:sp>
        <p:nvSpPr>
          <p:cNvPr id="9" name="TextBox 8">
            <a:extLst>
              <a:ext uri="{FF2B5EF4-FFF2-40B4-BE49-F238E27FC236}">
                <a16:creationId xmlns:a16="http://schemas.microsoft.com/office/drawing/2014/main" id="{80FC8C45-7C0A-4D2A-8F5E-0DB68C7B3F73}"/>
              </a:ext>
            </a:extLst>
          </p:cNvPr>
          <p:cNvSpPr txBox="1"/>
          <p:nvPr/>
        </p:nvSpPr>
        <p:spPr>
          <a:xfrm>
            <a:off x="-15902" y="461888"/>
            <a:ext cx="8643068" cy="3231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Upon successful loan repayment, the customer will be notified on the same via an SMS.</a:t>
            </a:r>
          </a:p>
        </p:txBody>
      </p:sp>
    </p:spTree>
    <p:extLst>
      <p:ext uri="{BB962C8B-B14F-4D97-AF65-F5344CB8AC3E}">
        <p14:creationId xmlns:p14="http://schemas.microsoft.com/office/powerpoint/2010/main" val="1485413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0" y="0"/>
            <a:ext cx="3188400" cy="6858000"/>
          </a:xfrm>
          <a:prstGeom prst="rect">
            <a:avLst/>
          </a:prstGeom>
          <a:solidFill>
            <a:srgbClr val="3AB3E5"/>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Arial"/>
              <a:cs typeface="Arial"/>
              <a:sym typeface="Arial"/>
            </a:endParaRPr>
          </a:p>
        </p:txBody>
      </p:sp>
      <p:pic>
        <p:nvPicPr>
          <p:cNvPr id="55" name="Google Shape;55;p13"/>
          <p:cNvPicPr preferRelativeResize="0"/>
          <p:nvPr/>
        </p:nvPicPr>
        <p:blipFill>
          <a:blip r:embed="rId3">
            <a:alphaModFix/>
          </a:blip>
          <a:stretch>
            <a:fillRect/>
          </a:stretch>
        </p:blipFill>
        <p:spPr>
          <a:xfrm>
            <a:off x="6136633" y="1917865"/>
            <a:ext cx="2571219" cy="854416"/>
          </a:xfrm>
          <a:prstGeom prst="rect">
            <a:avLst/>
          </a:prstGeom>
          <a:noFill/>
          <a:ln>
            <a:noFill/>
          </a:ln>
        </p:spPr>
      </p:pic>
      <p:sp>
        <p:nvSpPr>
          <p:cNvPr id="56" name="Google Shape;56;p13"/>
          <p:cNvSpPr txBox="1"/>
          <p:nvPr/>
        </p:nvSpPr>
        <p:spPr>
          <a:xfrm>
            <a:off x="6257940" y="3356678"/>
            <a:ext cx="6482000" cy="1395085"/>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3733" b="1" kern="0" dirty="0">
                <a:solidFill>
                  <a:srgbClr val="000000"/>
                </a:solidFill>
                <a:latin typeface="Poppins"/>
                <a:ea typeface="Poppins"/>
                <a:cs typeface="Poppins"/>
                <a:sym typeface="Poppins"/>
              </a:rPr>
              <a:t>NCBA B</a:t>
            </a:r>
            <a:r>
              <a:rPr lang="en-US" sz="3733" b="1" kern="0" dirty="0">
                <a:solidFill>
                  <a:srgbClr val="000000"/>
                </a:solidFill>
                <a:latin typeface="Poppins"/>
                <a:ea typeface="Poppins"/>
                <a:cs typeface="Poppins"/>
                <a:sym typeface="Poppins"/>
              </a:rPr>
              <a:t>OOSTA</a:t>
            </a:r>
            <a:r>
              <a:rPr lang="en" sz="3733" b="1" kern="0" dirty="0">
                <a:solidFill>
                  <a:srgbClr val="000000"/>
                </a:solidFill>
                <a:latin typeface="Poppins"/>
                <a:ea typeface="Poppins"/>
                <a:cs typeface="Poppins"/>
                <a:sym typeface="Poppins"/>
              </a:rPr>
              <a:t> WebApp</a:t>
            </a:r>
            <a:endParaRPr sz="3733" b="1" kern="0" dirty="0">
              <a:solidFill>
                <a:srgbClr val="000000"/>
              </a:solidFill>
              <a:latin typeface="Poppins"/>
              <a:ea typeface="Poppins"/>
              <a:cs typeface="Poppins"/>
              <a:sym typeface="Poppins"/>
            </a:endParaRPr>
          </a:p>
          <a:p>
            <a:pPr defTabSz="1219170">
              <a:buClr>
                <a:srgbClr val="000000"/>
              </a:buClr>
            </a:pPr>
            <a:r>
              <a:rPr lang="en" sz="3733" b="1" kern="0" dirty="0">
                <a:solidFill>
                  <a:srgbClr val="000000"/>
                </a:solidFill>
                <a:latin typeface="Poppins"/>
                <a:ea typeface="Poppins"/>
                <a:cs typeface="Poppins"/>
                <a:sym typeface="Poppins"/>
              </a:rPr>
              <a:t>User Interfaces</a:t>
            </a:r>
            <a:endParaRPr sz="3733" b="1" kern="0" dirty="0">
              <a:solidFill>
                <a:srgbClr val="000000"/>
              </a:solidFill>
              <a:latin typeface="Poppins"/>
              <a:ea typeface="Poppins"/>
              <a:cs typeface="Poppins"/>
              <a:sym typeface="Poppins"/>
            </a:endParaRPr>
          </a:p>
        </p:txBody>
      </p:sp>
      <p:cxnSp>
        <p:nvCxnSpPr>
          <p:cNvPr id="57" name="Google Shape;57;p13"/>
          <p:cNvCxnSpPr/>
          <p:nvPr/>
        </p:nvCxnSpPr>
        <p:spPr>
          <a:xfrm>
            <a:off x="6344217" y="3166087"/>
            <a:ext cx="4658800" cy="0"/>
          </a:xfrm>
          <a:prstGeom prst="straightConnector1">
            <a:avLst/>
          </a:prstGeom>
          <a:noFill/>
          <a:ln w="19050" cap="flat" cmpd="sng">
            <a:solidFill>
              <a:srgbClr val="47332E"/>
            </a:solidFill>
            <a:prstDash val="solid"/>
            <a:round/>
            <a:headEnd type="none" w="med" len="med"/>
            <a:tailEnd type="none" w="med" len="med"/>
          </a:ln>
        </p:spPr>
      </p:cxnSp>
      <p:pic>
        <p:nvPicPr>
          <p:cNvPr id="58" name="Google Shape;58;p13"/>
          <p:cNvPicPr preferRelativeResize="0"/>
          <p:nvPr/>
        </p:nvPicPr>
        <p:blipFill rotWithShape="1">
          <a:blip r:embed="rId4">
            <a:alphaModFix/>
          </a:blip>
          <a:srcRect l="21388" t="28671" r="13041" b="13053"/>
          <a:stretch/>
        </p:blipFill>
        <p:spPr>
          <a:xfrm>
            <a:off x="0" y="1398837"/>
            <a:ext cx="8056565" cy="50136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65449" y="53755"/>
            <a:ext cx="4548147" cy="476156"/>
          </a:xfrm>
          <a:prstGeom prst="rect">
            <a:avLst/>
          </a:prstGeom>
        </p:spPr>
        <p:txBody>
          <a:bodyPr wrap="square" lIns="0" tIns="0" rIns="0" bIns="0" rtlCol="0" anchor="t">
            <a:spAutoFit/>
          </a:bodyPr>
          <a:lstStyle/>
          <a:p>
            <a:pPr lvl="0" algn="ctr">
              <a:lnSpc>
                <a:spcPts val="4097"/>
              </a:lnSpc>
              <a:spcBef>
                <a:spcPct val="0"/>
              </a:spcBef>
              <a:defRPr/>
            </a:pPr>
            <a:r>
              <a:rPr lang="en-US" sz="2400" b="1" dirty="0">
                <a:solidFill>
                  <a:srgbClr val="00B0F0"/>
                </a:solidFill>
                <a:latin typeface="Century Gothic" panose="020B0502020202020204" pitchFamily="34" charset="0"/>
              </a:rPr>
              <a:t>Step 1: Customer on-boarding</a:t>
            </a:r>
          </a:p>
        </p:txBody>
      </p:sp>
      <p:sp>
        <p:nvSpPr>
          <p:cNvPr id="9" name="Rectangle 8">
            <a:extLst>
              <a:ext uri="{FF2B5EF4-FFF2-40B4-BE49-F238E27FC236}">
                <a16:creationId xmlns:a16="http://schemas.microsoft.com/office/drawing/2014/main" id="{2A0D981E-D0AE-47B6-8F3D-18BE835BF71F}"/>
              </a:ext>
            </a:extLst>
          </p:cNvPr>
          <p:cNvSpPr/>
          <p:nvPr/>
        </p:nvSpPr>
        <p:spPr>
          <a:xfrm>
            <a:off x="10221852" y="3238130"/>
            <a:ext cx="1885361" cy="754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entury Gothic" panose="020B0502020202020204" pitchFamily="34" charset="0"/>
              </a:rPr>
              <a:t>Select the Anchor</a:t>
            </a:r>
          </a:p>
        </p:txBody>
      </p:sp>
      <p:cxnSp>
        <p:nvCxnSpPr>
          <p:cNvPr id="10" name="Straight Arrow Connector 9">
            <a:extLst>
              <a:ext uri="{FF2B5EF4-FFF2-40B4-BE49-F238E27FC236}">
                <a16:creationId xmlns:a16="http://schemas.microsoft.com/office/drawing/2014/main" id="{937A6F48-8F76-4CB7-AC8B-66052718AF74}"/>
              </a:ext>
            </a:extLst>
          </p:cNvPr>
          <p:cNvCxnSpPr>
            <a:cxnSpLocks/>
          </p:cNvCxnSpPr>
          <p:nvPr/>
        </p:nvCxnSpPr>
        <p:spPr>
          <a:xfrm flipH="1">
            <a:off x="9160625" y="3578819"/>
            <a:ext cx="988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ounded Rectangular Callout 11">
            <a:extLst>
              <a:ext uri="{FF2B5EF4-FFF2-40B4-BE49-F238E27FC236}">
                <a16:creationId xmlns:a16="http://schemas.microsoft.com/office/drawing/2014/main" id="{0B4E865C-BDFD-4FFD-9125-753E1E13FA5E}"/>
              </a:ext>
            </a:extLst>
          </p:cNvPr>
          <p:cNvSpPr/>
          <p:nvPr/>
        </p:nvSpPr>
        <p:spPr>
          <a:xfrm>
            <a:off x="9533614" y="1052627"/>
            <a:ext cx="2500253" cy="974498"/>
          </a:xfrm>
          <a:prstGeom prst="wedgeRoundRectCallout">
            <a:avLst>
              <a:gd name="adj1" fmla="val -28332"/>
              <a:gd name="adj2" fmla="val 10891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19"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On successful data upload, the user gets an invite SMS with a link to download the APK/WEB link</a:t>
            </a:r>
          </a:p>
        </p:txBody>
      </p:sp>
      <p:pic>
        <p:nvPicPr>
          <p:cNvPr id="4" name="Picture 3">
            <a:extLst>
              <a:ext uri="{FF2B5EF4-FFF2-40B4-BE49-F238E27FC236}">
                <a16:creationId xmlns:a16="http://schemas.microsoft.com/office/drawing/2014/main" id="{2EED7383-2E8E-48C3-8EEB-0691329B9FB0}"/>
              </a:ext>
            </a:extLst>
          </p:cNvPr>
          <p:cNvPicPr>
            <a:picLocks noChangeAspect="1"/>
          </p:cNvPicPr>
          <p:nvPr/>
        </p:nvPicPr>
        <p:blipFill>
          <a:blip r:embed="rId2"/>
          <a:stretch>
            <a:fillRect/>
          </a:stretch>
        </p:blipFill>
        <p:spPr>
          <a:xfrm>
            <a:off x="266281" y="977119"/>
            <a:ext cx="2682976" cy="5644020"/>
          </a:xfrm>
          <a:prstGeom prst="rect">
            <a:avLst/>
          </a:prstGeom>
          <a:ln w="38100">
            <a:solidFill>
              <a:schemeClr val="tx1"/>
            </a:solidFill>
          </a:ln>
        </p:spPr>
      </p:pic>
      <p:pic>
        <p:nvPicPr>
          <p:cNvPr id="5" name="Picture 4">
            <a:extLst>
              <a:ext uri="{FF2B5EF4-FFF2-40B4-BE49-F238E27FC236}">
                <a16:creationId xmlns:a16="http://schemas.microsoft.com/office/drawing/2014/main" id="{545E8E3C-97D1-4721-AB30-282D9D4682AB}"/>
              </a:ext>
            </a:extLst>
          </p:cNvPr>
          <p:cNvPicPr>
            <a:picLocks noChangeAspect="1"/>
          </p:cNvPicPr>
          <p:nvPr/>
        </p:nvPicPr>
        <p:blipFill>
          <a:blip r:embed="rId3"/>
          <a:stretch>
            <a:fillRect/>
          </a:stretch>
        </p:blipFill>
        <p:spPr>
          <a:xfrm>
            <a:off x="3246631" y="963405"/>
            <a:ext cx="2633605" cy="5602762"/>
          </a:xfrm>
          <a:prstGeom prst="rect">
            <a:avLst/>
          </a:prstGeom>
          <a:ln w="38100">
            <a:solidFill>
              <a:schemeClr val="tx1"/>
            </a:solidFill>
          </a:ln>
        </p:spPr>
      </p:pic>
      <p:pic>
        <p:nvPicPr>
          <p:cNvPr id="7" name="Picture 6">
            <a:extLst>
              <a:ext uri="{FF2B5EF4-FFF2-40B4-BE49-F238E27FC236}">
                <a16:creationId xmlns:a16="http://schemas.microsoft.com/office/drawing/2014/main" id="{161F3865-007F-4C1B-93F2-30844593EEBA}"/>
              </a:ext>
            </a:extLst>
          </p:cNvPr>
          <p:cNvPicPr>
            <a:picLocks noChangeAspect="1"/>
          </p:cNvPicPr>
          <p:nvPr/>
        </p:nvPicPr>
        <p:blipFill>
          <a:blip r:embed="rId4"/>
          <a:stretch>
            <a:fillRect/>
          </a:stretch>
        </p:blipFill>
        <p:spPr>
          <a:xfrm>
            <a:off x="6217412" y="963404"/>
            <a:ext cx="2682976" cy="5602757"/>
          </a:xfrm>
          <a:prstGeom prst="rect">
            <a:avLst/>
          </a:prstGeom>
          <a:ln w="38100">
            <a:solidFill>
              <a:schemeClr val="tx1"/>
            </a:solidFill>
          </a:ln>
        </p:spPr>
      </p:pic>
      <p:pic>
        <p:nvPicPr>
          <p:cNvPr id="15" name="Picture 14">
            <a:extLst>
              <a:ext uri="{FF2B5EF4-FFF2-40B4-BE49-F238E27FC236}">
                <a16:creationId xmlns:a16="http://schemas.microsoft.com/office/drawing/2014/main" id="{276FC03E-C51E-4A69-B820-07D8366A7537}"/>
              </a:ext>
            </a:extLst>
          </p:cNvPr>
          <p:cNvPicPr>
            <a:picLocks noChangeAspect="1"/>
          </p:cNvPicPr>
          <p:nvPr/>
        </p:nvPicPr>
        <p:blipFill>
          <a:blip r:embed="rId5"/>
          <a:stretch>
            <a:fillRect/>
          </a:stretch>
        </p:blipFill>
        <p:spPr>
          <a:xfrm>
            <a:off x="591539" y="5565913"/>
            <a:ext cx="1719872" cy="477079"/>
          </a:xfrm>
          <a:prstGeom prst="rect">
            <a:avLst/>
          </a:prstGeom>
        </p:spPr>
      </p:pic>
      <p:pic>
        <p:nvPicPr>
          <p:cNvPr id="17" name="Picture 16">
            <a:extLst>
              <a:ext uri="{FF2B5EF4-FFF2-40B4-BE49-F238E27FC236}">
                <a16:creationId xmlns:a16="http://schemas.microsoft.com/office/drawing/2014/main" id="{0E17E18F-D533-4192-BEA3-DD89C6E3A2B9}"/>
              </a:ext>
            </a:extLst>
          </p:cNvPr>
          <p:cNvPicPr>
            <a:picLocks noChangeAspect="1"/>
          </p:cNvPicPr>
          <p:nvPr/>
        </p:nvPicPr>
        <p:blipFill>
          <a:blip r:embed="rId5"/>
          <a:stretch>
            <a:fillRect/>
          </a:stretch>
        </p:blipFill>
        <p:spPr>
          <a:xfrm>
            <a:off x="3117845" y="4679545"/>
            <a:ext cx="1495751" cy="808041"/>
          </a:xfrm>
          <a:prstGeom prst="rect">
            <a:avLst/>
          </a:prstGeom>
        </p:spPr>
      </p:pic>
      <p:sp>
        <p:nvSpPr>
          <p:cNvPr id="11" name="TextBox 10">
            <a:extLst>
              <a:ext uri="{FF2B5EF4-FFF2-40B4-BE49-F238E27FC236}">
                <a16:creationId xmlns:a16="http://schemas.microsoft.com/office/drawing/2014/main" id="{C191000D-A9FF-4B94-B603-415DD966EB06}"/>
              </a:ext>
            </a:extLst>
          </p:cNvPr>
          <p:cNvSpPr txBox="1"/>
          <p:nvPr/>
        </p:nvSpPr>
        <p:spPr>
          <a:xfrm>
            <a:off x="65449" y="477567"/>
            <a:ext cx="11906592" cy="338554"/>
          </a:xfrm>
          <a:prstGeom prst="rect">
            <a:avLst/>
          </a:prstGeom>
          <a:noFill/>
        </p:spPr>
        <p:txBody>
          <a:bodyPr wrap="square" rtlCol="0">
            <a:spAutoFit/>
          </a:bodyPr>
          <a:lstStyle/>
          <a:p>
            <a:r>
              <a:rPr lang="en-US" sz="1600" b="1" dirty="0">
                <a:latin typeface="Century Gothic" panose="020B0502020202020204" pitchFamily="34" charset="0"/>
              </a:rPr>
              <a:t>The landing page allows 1</a:t>
            </a:r>
            <a:r>
              <a:rPr lang="en-US" sz="1600" b="1" baseline="30000" dirty="0">
                <a:latin typeface="Century Gothic" panose="020B0502020202020204" pitchFamily="34" charset="0"/>
              </a:rPr>
              <a:t>st</a:t>
            </a:r>
            <a:r>
              <a:rPr lang="en-US" sz="1600" b="1" dirty="0">
                <a:latin typeface="Century Gothic" panose="020B0502020202020204" pitchFamily="34" charset="0"/>
              </a:rPr>
              <a:t> time users to proceed with registration while existing users to login to the platform </a:t>
            </a:r>
          </a:p>
        </p:txBody>
      </p:sp>
      <p:sp>
        <p:nvSpPr>
          <p:cNvPr id="12" name="Rectangle 11">
            <a:extLst>
              <a:ext uri="{FF2B5EF4-FFF2-40B4-BE49-F238E27FC236}">
                <a16:creationId xmlns:a16="http://schemas.microsoft.com/office/drawing/2014/main" id="{E9E81EA4-9E14-46D8-A2B7-7C84CAB640CF}"/>
              </a:ext>
            </a:extLst>
          </p:cNvPr>
          <p:cNvSpPr/>
          <p:nvPr/>
        </p:nvSpPr>
        <p:spPr>
          <a:xfrm>
            <a:off x="1968301" y="3461537"/>
            <a:ext cx="714182" cy="34205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Existing users</a:t>
            </a:r>
          </a:p>
        </p:txBody>
      </p:sp>
      <p:cxnSp>
        <p:nvCxnSpPr>
          <p:cNvPr id="13" name="Connector: Curved 12">
            <a:extLst>
              <a:ext uri="{FF2B5EF4-FFF2-40B4-BE49-F238E27FC236}">
                <a16:creationId xmlns:a16="http://schemas.microsoft.com/office/drawing/2014/main" id="{339CE7AC-C1E7-4AEA-A37D-CA5C183DBF53}"/>
              </a:ext>
            </a:extLst>
          </p:cNvPr>
          <p:cNvCxnSpPr>
            <a:cxnSpLocks/>
          </p:cNvCxnSpPr>
          <p:nvPr/>
        </p:nvCxnSpPr>
        <p:spPr>
          <a:xfrm rot="5400000">
            <a:off x="2062215" y="3801711"/>
            <a:ext cx="314237" cy="24037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2BA3267-A4E5-4E16-AB49-21E45C1C5088}"/>
              </a:ext>
            </a:extLst>
          </p:cNvPr>
          <p:cNvSpPr/>
          <p:nvPr/>
        </p:nvSpPr>
        <p:spPr>
          <a:xfrm>
            <a:off x="765019" y="6164656"/>
            <a:ext cx="686456" cy="33482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1</a:t>
            </a:r>
            <a:r>
              <a:rPr lang="en-US" sz="1100" baseline="30000" dirty="0">
                <a:solidFill>
                  <a:schemeClr val="tx1"/>
                </a:solidFill>
                <a:latin typeface="Century Gothic" panose="020B0502020202020204" pitchFamily="34" charset="0"/>
              </a:rPr>
              <a:t>st</a:t>
            </a:r>
            <a:r>
              <a:rPr lang="en-US" sz="1100" dirty="0">
                <a:solidFill>
                  <a:schemeClr val="tx1"/>
                </a:solidFill>
                <a:latin typeface="Century Gothic" panose="020B0502020202020204" pitchFamily="34" charset="0"/>
              </a:rPr>
              <a:t> time users</a:t>
            </a:r>
          </a:p>
        </p:txBody>
      </p:sp>
      <p:cxnSp>
        <p:nvCxnSpPr>
          <p:cNvPr id="19" name="Connector: Curved 18">
            <a:extLst>
              <a:ext uri="{FF2B5EF4-FFF2-40B4-BE49-F238E27FC236}">
                <a16:creationId xmlns:a16="http://schemas.microsoft.com/office/drawing/2014/main" id="{2CAEDAF3-70C3-400E-A118-09065377BD69}"/>
              </a:ext>
            </a:extLst>
          </p:cNvPr>
          <p:cNvCxnSpPr>
            <a:cxnSpLocks/>
          </p:cNvCxnSpPr>
          <p:nvPr/>
        </p:nvCxnSpPr>
        <p:spPr>
          <a:xfrm rot="5400000" flipH="1" flipV="1">
            <a:off x="1278196" y="5997115"/>
            <a:ext cx="599440" cy="21411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211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65449" y="0"/>
            <a:ext cx="8611261" cy="476156"/>
          </a:xfrm>
          <a:prstGeom prst="rect">
            <a:avLst/>
          </a:prstGeom>
        </p:spPr>
        <p:txBody>
          <a:bodyPr wrap="square" lIns="0" tIns="0" rIns="0" bIns="0" rtlCol="0" anchor="t">
            <a:spAutoFit/>
          </a:bodyPr>
          <a:lstStyle/>
          <a:p>
            <a:pPr lvl="0" algn="ctr">
              <a:lnSpc>
                <a:spcPts val="4097"/>
              </a:lnSpc>
              <a:spcBef>
                <a:spcPct val="0"/>
              </a:spcBef>
              <a:defRPr/>
            </a:pPr>
            <a:r>
              <a:rPr lang="en-US" sz="2400" b="1" dirty="0">
                <a:solidFill>
                  <a:srgbClr val="00B0F0"/>
                </a:solidFill>
                <a:latin typeface="Century Gothic" panose="020B0502020202020204" pitchFamily="34" charset="0"/>
              </a:rPr>
              <a:t>Step 2: Customer on-boarding: Accept terms &amp; conditions</a:t>
            </a:r>
          </a:p>
        </p:txBody>
      </p:sp>
      <p:sp>
        <p:nvSpPr>
          <p:cNvPr id="9" name="Oval 8">
            <a:extLst>
              <a:ext uri="{FF2B5EF4-FFF2-40B4-BE49-F238E27FC236}">
                <a16:creationId xmlns:a16="http://schemas.microsoft.com/office/drawing/2014/main" id="{AB08D776-0EEE-418C-AFEF-5C19AD9F58E2}"/>
              </a:ext>
            </a:extLst>
          </p:cNvPr>
          <p:cNvSpPr/>
          <p:nvPr/>
        </p:nvSpPr>
        <p:spPr>
          <a:xfrm>
            <a:off x="9217853" y="2540919"/>
            <a:ext cx="2896576" cy="29383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entury Gothic" panose="020B0502020202020204" pitchFamily="34" charset="0"/>
              </a:rPr>
              <a:t>Details authentication and terms &amp; conditions</a:t>
            </a:r>
          </a:p>
        </p:txBody>
      </p:sp>
      <p:cxnSp>
        <p:nvCxnSpPr>
          <p:cNvPr id="10" name="Straight Arrow Connector 9">
            <a:extLst>
              <a:ext uri="{FF2B5EF4-FFF2-40B4-BE49-F238E27FC236}">
                <a16:creationId xmlns:a16="http://schemas.microsoft.com/office/drawing/2014/main" id="{CEB3DD7F-3E46-4454-AFCB-1A5B85ADBF31}"/>
              </a:ext>
            </a:extLst>
          </p:cNvPr>
          <p:cNvCxnSpPr>
            <a:cxnSpLocks/>
          </p:cNvCxnSpPr>
          <p:nvPr/>
        </p:nvCxnSpPr>
        <p:spPr>
          <a:xfrm flipH="1">
            <a:off x="8676710" y="4145401"/>
            <a:ext cx="541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2AA7F19-2DB6-44E5-8AF6-527170EC2770}"/>
              </a:ext>
            </a:extLst>
          </p:cNvPr>
          <p:cNvPicPr>
            <a:picLocks noChangeAspect="1"/>
          </p:cNvPicPr>
          <p:nvPr/>
        </p:nvPicPr>
        <p:blipFill>
          <a:blip r:embed="rId2"/>
          <a:stretch>
            <a:fillRect/>
          </a:stretch>
        </p:blipFill>
        <p:spPr>
          <a:xfrm>
            <a:off x="77571" y="953723"/>
            <a:ext cx="2624036" cy="5556297"/>
          </a:xfrm>
          <a:prstGeom prst="rect">
            <a:avLst/>
          </a:prstGeom>
          <a:ln w="38100">
            <a:solidFill>
              <a:schemeClr val="tx1"/>
            </a:solidFill>
          </a:ln>
        </p:spPr>
      </p:pic>
      <p:pic>
        <p:nvPicPr>
          <p:cNvPr id="6" name="Picture 5">
            <a:extLst>
              <a:ext uri="{FF2B5EF4-FFF2-40B4-BE49-F238E27FC236}">
                <a16:creationId xmlns:a16="http://schemas.microsoft.com/office/drawing/2014/main" id="{D8936809-5B95-40F3-A672-2C358FE63D7D}"/>
              </a:ext>
            </a:extLst>
          </p:cNvPr>
          <p:cNvPicPr>
            <a:picLocks noChangeAspect="1"/>
          </p:cNvPicPr>
          <p:nvPr/>
        </p:nvPicPr>
        <p:blipFill>
          <a:blip r:embed="rId3"/>
          <a:stretch>
            <a:fillRect/>
          </a:stretch>
        </p:blipFill>
        <p:spPr>
          <a:xfrm>
            <a:off x="2948881" y="953723"/>
            <a:ext cx="2697278" cy="5565142"/>
          </a:xfrm>
          <a:prstGeom prst="rect">
            <a:avLst/>
          </a:prstGeom>
          <a:ln w="38100">
            <a:solidFill>
              <a:schemeClr val="tx1"/>
            </a:solidFill>
          </a:ln>
        </p:spPr>
      </p:pic>
      <p:pic>
        <p:nvPicPr>
          <p:cNvPr id="7" name="Picture 6">
            <a:extLst>
              <a:ext uri="{FF2B5EF4-FFF2-40B4-BE49-F238E27FC236}">
                <a16:creationId xmlns:a16="http://schemas.microsoft.com/office/drawing/2014/main" id="{949BFB39-5A07-4A48-9363-5C9B524B4AA8}"/>
              </a:ext>
            </a:extLst>
          </p:cNvPr>
          <p:cNvPicPr>
            <a:picLocks noChangeAspect="1"/>
          </p:cNvPicPr>
          <p:nvPr/>
        </p:nvPicPr>
        <p:blipFill>
          <a:blip r:embed="rId4"/>
          <a:stretch>
            <a:fillRect/>
          </a:stretch>
        </p:blipFill>
        <p:spPr>
          <a:xfrm>
            <a:off x="5896353" y="953723"/>
            <a:ext cx="2697278" cy="5565136"/>
          </a:xfrm>
          <a:prstGeom prst="rect">
            <a:avLst/>
          </a:prstGeom>
          <a:ln w="38100">
            <a:solidFill>
              <a:schemeClr val="tx1"/>
            </a:solidFill>
          </a:ln>
        </p:spPr>
      </p:pic>
      <p:sp>
        <p:nvSpPr>
          <p:cNvPr id="11" name="Rectangle: Rounded Corners 10">
            <a:extLst>
              <a:ext uri="{FF2B5EF4-FFF2-40B4-BE49-F238E27FC236}">
                <a16:creationId xmlns:a16="http://schemas.microsoft.com/office/drawing/2014/main" id="{9978227B-33CE-4AA1-831B-5CE77C2004ED}"/>
              </a:ext>
            </a:extLst>
          </p:cNvPr>
          <p:cNvSpPr/>
          <p:nvPr/>
        </p:nvSpPr>
        <p:spPr>
          <a:xfrm>
            <a:off x="104270" y="4420924"/>
            <a:ext cx="404613" cy="453225"/>
          </a:xfrm>
          <a:prstGeom prst="roundRect">
            <a:avLst/>
          </a:prstGeom>
          <a:no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4EFC824-ABB7-4A5D-8938-9A2C0C024BB9}"/>
              </a:ext>
            </a:extLst>
          </p:cNvPr>
          <p:cNvSpPr txBox="1"/>
          <p:nvPr/>
        </p:nvSpPr>
        <p:spPr>
          <a:xfrm>
            <a:off x="0" y="468765"/>
            <a:ext cx="12308618" cy="338554"/>
          </a:xfrm>
          <a:prstGeom prst="rect">
            <a:avLst/>
          </a:prstGeom>
          <a:noFill/>
        </p:spPr>
        <p:txBody>
          <a:bodyPr wrap="square" rtlCol="0">
            <a:spAutoFit/>
          </a:bodyPr>
          <a:lstStyle/>
          <a:p>
            <a:r>
              <a:rPr lang="en-US" sz="1600" b="1" dirty="0">
                <a:latin typeface="Century Gothic" panose="020B0502020202020204" pitchFamily="34" charset="0"/>
              </a:rPr>
              <a:t>The customer should enter their personal details as they exist in the core banking and will be prompted to create a new PIN</a:t>
            </a:r>
          </a:p>
        </p:txBody>
      </p:sp>
    </p:spTree>
    <p:extLst>
      <p:ext uri="{BB962C8B-B14F-4D97-AF65-F5344CB8AC3E}">
        <p14:creationId xmlns:p14="http://schemas.microsoft.com/office/powerpoint/2010/main" val="1718405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65449" y="7350"/>
            <a:ext cx="4699219" cy="476156"/>
          </a:xfrm>
          <a:prstGeom prst="rect">
            <a:avLst/>
          </a:prstGeom>
        </p:spPr>
        <p:txBody>
          <a:bodyPr wrap="square" lIns="0" tIns="0" rIns="0" bIns="0" rtlCol="0" anchor="t">
            <a:spAutoFit/>
          </a:bodyPr>
          <a:lstStyle/>
          <a:p>
            <a:pPr lvl="0" algn="ctr">
              <a:lnSpc>
                <a:spcPts val="4097"/>
              </a:lnSpc>
              <a:spcBef>
                <a:spcPct val="0"/>
              </a:spcBef>
              <a:defRPr/>
            </a:pPr>
            <a:r>
              <a:rPr lang="en-US" sz="2400" b="1" dirty="0">
                <a:solidFill>
                  <a:srgbClr val="00B0F0"/>
                </a:solidFill>
                <a:latin typeface="Century Gothic" panose="020B0502020202020204" pitchFamily="34" charset="0"/>
              </a:rPr>
              <a:t>Step 3: Customer Profile Update</a:t>
            </a:r>
          </a:p>
        </p:txBody>
      </p:sp>
      <p:pic>
        <p:nvPicPr>
          <p:cNvPr id="2" name="Picture 1">
            <a:extLst>
              <a:ext uri="{FF2B5EF4-FFF2-40B4-BE49-F238E27FC236}">
                <a16:creationId xmlns:a16="http://schemas.microsoft.com/office/drawing/2014/main" id="{4D0B7B7E-E94A-4CFB-8EC5-C529A964BE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066" y="950722"/>
            <a:ext cx="2547832" cy="5661850"/>
          </a:xfrm>
          <a:prstGeom prst="rect">
            <a:avLst/>
          </a:prstGeom>
          <a:ln w="38100">
            <a:solidFill>
              <a:schemeClr val="tx1"/>
            </a:solidFill>
          </a:ln>
        </p:spPr>
      </p:pic>
      <p:pic>
        <p:nvPicPr>
          <p:cNvPr id="5" name="Picture 4">
            <a:extLst>
              <a:ext uri="{FF2B5EF4-FFF2-40B4-BE49-F238E27FC236}">
                <a16:creationId xmlns:a16="http://schemas.microsoft.com/office/drawing/2014/main" id="{97C36EC4-ED55-4AA9-AA0D-CF67E4694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2060" y="950722"/>
            <a:ext cx="2525715" cy="5661850"/>
          </a:xfrm>
          <a:prstGeom prst="rect">
            <a:avLst/>
          </a:prstGeom>
          <a:ln w="38100">
            <a:solidFill>
              <a:schemeClr val="tx1"/>
            </a:solidFill>
          </a:ln>
        </p:spPr>
      </p:pic>
      <p:pic>
        <p:nvPicPr>
          <p:cNvPr id="6" name="Picture 5">
            <a:extLst>
              <a:ext uri="{FF2B5EF4-FFF2-40B4-BE49-F238E27FC236}">
                <a16:creationId xmlns:a16="http://schemas.microsoft.com/office/drawing/2014/main" id="{06EC6648-5F8F-4609-AFDB-0C0FD4BC2C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1938" y="950722"/>
            <a:ext cx="2525716" cy="5661851"/>
          </a:xfrm>
          <a:prstGeom prst="rect">
            <a:avLst/>
          </a:prstGeom>
          <a:ln w="38100">
            <a:solidFill>
              <a:schemeClr val="tx1"/>
            </a:solidFill>
          </a:ln>
        </p:spPr>
      </p:pic>
      <p:pic>
        <p:nvPicPr>
          <p:cNvPr id="7" name="Picture 6">
            <a:extLst>
              <a:ext uri="{FF2B5EF4-FFF2-40B4-BE49-F238E27FC236}">
                <a16:creationId xmlns:a16="http://schemas.microsoft.com/office/drawing/2014/main" id="{DC19ACB3-FEB3-4468-9CF6-8135EE2218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72779" y="931385"/>
            <a:ext cx="2525715" cy="5681187"/>
          </a:xfrm>
          <a:prstGeom prst="rect">
            <a:avLst/>
          </a:prstGeom>
          <a:ln w="38100">
            <a:solidFill>
              <a:schemeClr val="tx1"/>
            </a:solidFill>
          </a:ln>
        </p:spPr>
      </p:pic>
      <p:sp>
        <p:nvSpPr>
          <p:cNvPr id="9" name="TextBox 8">
            <a:extLst>
              <a:ext uri="{FF2B5EF4-FFF2-40B4-BE49-F238E27FC236}">
                <a16:creationId xmlns:a16="http://schemas.microsoft.com/office/drawing/2014/main" id="{6725F367-6750-4F7B-9101-6BC7C2F0EF97}"/>
              </a:ext>
            </a:extLst>
          </p:cNvPr>
          <p:cNvSpPr txBox="1"/>
          <p:nvPr/>
        </p:nvSpPr>
        <p:spPr>
          <a:xfrm>
            <a:off x="65449" y="477567"/>
            <a:ext cx="8302205" cy="338554"/>
          </a:xfrm>
          <a:prstGeom prst="rect">
            <a:avLst/>
          </a:prstGeom>
          <a:noFill/>
        </p:spPr>
        <p:txBody>
          <a:bodyPr wrap="square" rtlCol="0">
            <a:spAutoFit/>
          </a:bodyPr>
          <a:lstStyle/>
          <a:p>
            <a:r>
              <a:rPr lang="en-US" sz="1600" b="1" dirty="0">
                <a:latin typeface="Century Gothic" panose="020B0502020202020204" pitchFamily="34" charset="0"/>
              </a:rPr>
              <a:t>The customer will proceed and update their personal profile details</a:t>
            </a:r>
          </a:p>
        </p:txBody>
      </p:sp>
    </p:spTree>
    <p:extLst>
      <p:ext uri="{BB962C8B-B14F-4D97-AF65-F5344CB8AC3E}">
        <p14:creationId xmlns:p14="http://schemas.microsoft.com/office/powerpoint/2010/main" val="3369065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1411"/>
            <a:ext cx="4720288"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4: KYC Documents upload</a:t>
            </a:r>
          </a:p>
        </p:txBody>
      </p:sp>
      <p:sp>
        <p:nvSpPr>
          <p:cNvPr id="3" name="Oval 2">
            <a:extLst>
              <a:ext uri="{FF2B5EF4-FFF2-40B4-BE49-F238E27FC236}">
                <a16:creationId xmlns:a16="http://schemas.microsoft.com/office/drawing/2014/main" id="{D3443C8F-DEA6-4337-983B-EA189FA04221}"/>
              </a:ext>
            </a:extLst>
          </p:cNvPr>
          <p:cNvSpPr/>
          <p:nvPr/>
        </p:nvSpPr>
        <p:spPr>
          <a:xfrm>
            <a:off x="9855200" y="2635679"/>
            <a:ext cx="2215830" cy="21496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National ID &amp; Profile Picture Upload</a:t>
            </a:r>
          </a:p>
        </p:txBody>
      </p:sp>
      <p:cxnSp>
        <p:nvCxnSpPr>
          <p:cNvPr id="10" name="Straight Arrow Connector 9">
            <a:extLst>
              <a:ext uri="{FF2B5EF4-FFF2-40B4-BE49-F238E27FC236}">
                <a16:creationId xmlns:a16="http://schemas.microsoft.com/office/drawing/2014/main" id="{E898ED9C-2C1B-4895-B653-E2D4B9B042D6}"/>
              </a:ext>
            </a:extLst>
          </p:cNvPr>
          <p:cNvCxnSpPr>
            <a:cxnSpLocks/>
            <a:stCxn id="3" idx="2"/>
          </p:cNvCxnSpPr>
          <p:nvPr/>
        </p:nvCxnSpPr>
        <p:spPr>
          <a:xfrm flipH="1">
            <a:off x="9207610" y="3710514"/>
            <a:ext cx="6475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522DD66A-B5E2-4AE9-BB8E-F472368B6E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409" y="889677"/>
            <a:ext cx="2555771" cy="5729225"/>
          </a:xfrm>
          <a:prstGeom prst="rect">
            <a:avLst/>
          </a:prstGeom>
          <a:solidFill>
            <a:schemeClr val="bg1"/>
          </a:solidFill>
          <a:ln w="25400">
            <a:solidFill>
              <a:schemeClr val="tx1"/>
            </a:solidFill>
          </a:ln>
        </p:spPr>
      </p:pic>
      <p:pic>
        <p:nvPicPr>
          <p:cNvPr id="12" name="Picture 11">
            <a:extLst>
              <a:ext uri="{FF2B5EF4-FFF2-40B4-BE49-F238E27FC236}">
                <a16:creationId xmlns:a16="http://schemas.microsoft.com/office/drawing/2014/main" id="{6BA66678-AF95-4477-B1C0-5F4E506D6A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8680" y="889677"/>
            <a:ext cx="2557227" cy="5732489"/>
          </a:xfrm>
          <a:prstGeom prst="rect">
            <a:avLst/>
          </a:prstGeom>
          <a:ln w="25400">
            <a:solidFill>
              <a:schemeClr val="tx1"/>
            </a:solidFill>
          </a:ln>
        </p:spPr>
      </p:pic>
      <p:pic>
        <p:nvPicPr>
          <p:cNvPr id="13" name="Picture 12">
            <a:extLst>
              <a:ext uri="{FF2B5EF4-FFF2-40B4-BE49-F238E27FC236}">
                <a16:creationId xmlns:a16="http://schemas.microsoft.com/office/drawing/2014/main" id="{469B8F63-80E9-45C9-BE08-E863C9E18A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5486" y="889677"/>
            <a:ext cx="2557227" cy="5732490"/>
          </a:xfrm>
          <a:prstGeom prst="rect">
            <a:avLst/>
          </a:prstGeom>
          <a:ln w="25400">
            <a:solidFill>
              <a:schemeClr val="tx1"/>
            </a:solidFill>
          </a:ln>
        </p:spPr>
      </p:pic>
      <p:pic>
        <p:nvPicPr>
          <p:cNvPr id="2" name="Picture 1">
            <a:extLst>
              <a:ext uri="{FF2B5EF4-FFF2-40B4-BE49-F238E27FC236}">
                <a16:creationId xmlns:a16="http://schemas.microsoft.com/office/drawing/2014/main" id="{76ABB5AB-12BE-4D25-85F8-A9A71A3CDF9F}"/>
              </a:ext>
            </a:extLst>
          </p:cNvPr>
          <p:cNvPicPr>
            <a:picLocks noChangeAspect="1"/>
          </p:cNvPicPr>
          <p:nvPr/>
        </p:nvPicPr>
        <p:blipFill>
          <a:blip r:embed="rId5"/>
          <a:stretch>
            <a:fillRect/>
          </a:stretch>
        </p:blipFill>
        <p:spPr>
          <a:xfrm>
            <a:off x="4764074" y="5596848"/>
            <a:ext cx="819150" cy="371475"/>
          </a:xfrm>
          <a:prstGeom prst="rect">
            <a:avLst/>
          </a:prstGeom>
        </p:spPr>
      </p:pic>
      <p:pic>
        <p:nvPicPr>
          <p:cNvPr id="4" name="Picture 3">
            <a:extLst>
              <a:ext uri="{FF2B5EF4-FFF2-40B4-BE49-F238E27FC236}">
                <a16:creationId xmlns:a16="http://schemas.microsoft.com/office/drawing/2014/main" id="{93212B3F-778A-4417-BDF0-44B0B5BC2FA0}"/>
              </a:ext>
            </a:extLst>
          </p:cNvPr>
          <p:cNvPicPr>
            <a:picLocks noChangeAspect="1"/>
          </p:cNvPicPr>
          <p:nvPr/>
        </p:nvPicPr>
        <p:blipFill>
          <a:blip r:embed="rId5"/>
          <a:stretch>
            <a:fillRect/>
          </a:stretch>
        </p:blipFill>
        <p:spPr>
          <a:xfrm>
            <a:off x="1639211" y="5596848"/>
            <a:ext cx="819150" cy="371475"/>
          </a:xfrm>
          <a:prstGeom prst="rect">
            <a:avLst/>
          </a:prstGeom>
        </p:spPr>
      </p:pic>
      <p:pic>
        <p:nvPicPr>
          <p:cNvPr id="5" name="Picture 4">
            <a:extLst>
              <a:ext uri="{FF2B5EF4-FFF2-40B4-BE49-F238E27FC236}">
                <a16:creationId xmlns:a16="http://schemas.microsoft.com/office/drawing/2014/main" id="{3EE9ABD3-9030-4A1E-A97E-E68F793BFA12}"/>
              </a:ext>
            </a:extLst>
          </p:cNvPr>
          <p:cNvPicPr>
            <a:picLocks noChangeAspect="1"/>
          </p:cNvPicPr>
          <p:nvPr/>
        </p:nvPicPr>
        <p:blipFill>
          <a:blip r:embed="rId5"/>
          <a:stretch>
            <a:fillRect/>
          </a:stretch>
        </p:blipFill>
        <p:spPr>
          <a:xfrm>
            <a:off x="7952547" y="5622690"/>
            <a:ext cx="819150" cy="371475"/>
          </a:xfrm>
          <a:prstGeom prst="rect">
            <a:avLst/>
          </a:prstGeom>
        </p:spPr>
      </p:pic>
      <p:sp>
        <p:nvSpPr>
          <p:cNvPr id="14" name="TextBox 13">
            <a:extLst>
              <a:ext uri="{FF2B5EF4-FFF2-40B4-BE49-F238E27FC236}">
                <a16:creationId xmlns:a16="http://schemas.microsoft.com/office/drawing/2014/main" id="{9E5D9CDD-D1F8-495B-A4DE-6D4165282172}"/>
              </a:ext>
            </a:extLst>
          </p:cNvPr>
          <p:cNvSpPr txBox="1"/>
          <p:nvPr/>
        </p:nvSpPr>
        <p:spPr>
          <a:xfrm>
            <a:off x="65449" y="477567"/>
            <a:ext cx="10978913" cy="338554"/>
          </a:xfrm>
          <a:prstGeom prst="rect">
            <a:avLst/>
          </a:prstGeom>
          <a:noFill/>
        </p:spPr>
        <p:txBody>
          <a:bodyPr wrap="square" rtlCol="0">
            <a:spAutoFit/>
          </a:bodyPr>
          <a:lstStyle/>
          <a:p>
            <a:r>
              <a:rPr lang="en-US" sz="1600" b="1" dirty="0">
                <a:latin typeface="Century Gothic" panose="020B0502020202020204" pitchFamily="34" charset="0"/>
              </a:rPr>
              <a:t>Upon filling of the personal details, the customer will proceed and upload the ID copy and take a photo</a:t>
            </a:r>
          </a:p>
        </p:txBody>
      </p:sp>
    </p:spTree>
    <p:extLst>
      <p:ext uri="{BB962C8B-B14F-4D97-AF65-F5344CB8AC3E}">
        <p14:creationId xmlns:p14="http://schemas.microsoft.com/office/powerpoint/2010/main" val="1467332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 y="29360"/>
            <a:ext cx="4969565" cy="461408"/>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5A: Business Profile Update</a:t>
            </a:r>
          </a:p>
        </p:txBody>
      </p:sp>
      <p:pic>
        <p:nvPicPr>
          <p:cNvPr id="3" name="Picture 2">
            <a:extLst>
              <a:ext uri="{FF2B5EF4-FFF2-40B4-BE49-F238E27FC236}">
                <a16:creationId xmlns:a16="http://schemas.microsoft.com/office/drawing/2014/main" id="{70F55535-2152-41A1-AE3A-CBC6B7368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5667" y="905948"/>
            <a:ext cx="2553167" cy="5723387"/>
          </a:xfrm>
          <a:prstGeom prst="rect">
            <a:avLst/>
          </a:prstGeom>
          <a:solidFill>
            <a:schemeClr val="bg1"/>
          </a:solidFill>
          <a:ln w="25400">
            <a:solidFill>
              <a:schemeClr val="tx1"/>
            </a:solidFill>
          </a:ln>
        </p:spPr>
      </p:pic>
      <p:pic>
        <p:nvPicPr>
          <p:cNvPr id="4" name="Picture 3">
            <a:extLst>
              <a:ext uri="{FF2B5EF4-FFF2-40B4-BE49-F238E27FC236}">
                <a16:creationId xmlns:a16="http://schemas.microsoft.com/office/drawing/2014/main" id="{F1633733-8200-4850-81C0-7E7D52E2C9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0039" y="905947"/>
            <a:ext cx="2553167" cy="5723388"/>
          </a:xfrm>
          <a:prstGeom prst="rect">
            <a:avLst/>
          </a:prstGeom>
          <a:ln w="25400">
            <a:solidFill>
              <a:schemeClr val="tx1"/>
            </a:solidFill>
          </a:ln>
        </p:spPr>
      </p:pic>
      <p:pic>
        <p:nvPicPr>
          <p:cNvPr id="5" name="Picture 4">
            <a:extLst>
              <a:ext uri="{FF2B5EF4-FFF2-40B4-BE49-F238E27FC236}">
                <a16:creationId xmlns:a16="http://schemas.microsoft.com/office/drawing/2014/main" id="{F44AE5C5-D8A2-4227-AF86-AC3F8D5B3E59}"/>
              </a:ext>
            </a:extLst>
          </p:cNvPr>
          <p:cNvPicPr>
            <a:picLocks noChangeAspect="1"/>
          </p:cNvPicPr>
          <p:nvPr/>
        </p:nvPicPr>
        <p:blipFill>
          <a:blip r:embed="rId4"/>
          <a:stretch>
            <a:fillRect/>
          </a:stretch>
        </p:blipFill>
        <p:spPr>
          <a:xfrm>
            <a:off x="9054411" y="905946"/>
            <a:ext cx="2797009" cy="5723389"/>
          </a:xfrm>
          <a:prstGeom prst="rect">
            <a:avLst/>
          </a:prstGeom>
          <a:ln w="25400">
            <a:solidFill>
              <a:schemeClr val="tx1"/>
            </a:solidFill>
          </a:ln>
        </p:spPr>
      </p:pic>
      <p:pic>
        <p:nvPicPr>
          <p:cNvPr id="2" name="Picture 1">
            <a:extLst>
              <a:ext uri="{FF2B5EF4-FFF2-40B4-BE49-F238E27FC236}">
                <a16:creationId xmlns:a16="http://schemas.microsoft.com/office/drawing/2014/main" id="{BAB295B5-AD33-4611-BFE2-C9AC3A1CC8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538" y="905948"/>
            <a:ext cx="2553167" cy="5723387"/>
          </a:xfrm>
          <a:prstGeom prst="rect">
            <a:avLst/>
          </a:prstGeom>
          <a:ln w="38100">
            <a:solidFill>
              <a:schemeClr val="tx1"/>
            </a:solidFill>
          </a:ln>
        </p:spPr>
      </p:pic>
      <p:pic>
        <p:nvPicPr>
          <p:cNvPr id="6" name="Picture 5">
            <a:extLst>
              <a:ext uri="{FF2B5EF4-FFF2-40B4-BE49-F238E27FC236}">
                <a16:creationId xmlns:a16="http://schemas.microsoft.com/office/drawing/2014/main" id="{B5EDEE6F-1FFF-4D34-96D5-DB1C528B3B3A}"/>
              </a:ext>
            </a:extLst>
          </p:cNvPr>
          <p:cNvPicPr>
            <a:picLocks noChangeAspect="1"/>
          </p:cNvPicPr>
          <p:nvPr/>
        </p:nvPicPr>
        <p:blipFill>
          <a:blip r:embed="rId6"/>
          <a:stretch>
            <a:fillRect/>
          </a:stretch>
        </p:blipFill>
        <p:spPr>
          <a:xfrm>
            <a:off x="4575278" y="5782860"/>
            <a:ext cx="746180" cy="338384"/>
          </a:xfrm>
          <a:prstGeom prst="rect">
            <a:avLst/>
          </a:prstGeom>
        </p:spPr>
      </p:pic>
      <p:pic>
        <p:nvPicPr>
          <p:cNvPr id="7" name="Picture 6">
            <a:extLst>
              <a:ext uri="{FF2B5EF4-FFF2-40B4-BE49-F238E27FC236}">
                <a16:creationId xmlns:a16="http://schemas.microsoft.com/office/drawing/2014/main" id="{F8520D7C-D5AF-45D2-807C-51FA543F86D3}"/>
              </a:ext>
            </a:extLst>
          </p:cNvPr>
          <p:cNvPicPr>
            <a:picLocks noChangeAspect="1"/>
          </p:cNvPicPr>
          <p:nvPr/>
        </p:nvPicPr>
        <p:blipFill>
          <a:blip r:embed="rId6"/>
          <a:stretch>
            <a:fillRect/>
          </a:stretch>
        </p:blipFill>
        <p:spPr>
          <a:xfrm>
            <a:off x="7642446" y="5671820"/>
            <a:ext cx="819150" cy="371475"/>
          </a:xfrm>
          <a:prstGeom prst="rect">
            <a:avLst/>
          </a:prstGeom>
        </p:spPr>
      </p:pic>
      <p:sp>
        <p:nvSpPr>
          <p:cNvPr id="9" name="TextBox 8">
            <a:extLst>
              <a:ext uri="{FF2B5EF4-FFF2-40B4-BE49-F238E27FC236}">
                <a16:creationId xmlns:a16="http://schemas.microsoft.com/office/drawing/2014/main" id="{DDD02554-9564-4840-A5CC-8318092DCD93}"/>
              </a:ext>
            </a:extLst>
          </p:cNvPr>
          <p:cNvSpPr txBox="1"/>
          <p:nvPr/>
        </p:nvSpPr>
        <p:spPr>
          <a:xfrm>
            <a:off x="0" y="507589"/>
            <a:ext cx="10978913" cy="338554"/>
          </a:xfrm>
          <a:prstGeom prst="rect">
            <a:avLst/>
          </a:prstGeom>
          <a:noFill/>
        </p:spPr>
        <p:txBody>
          <a:bodyPr wrap="square" rtlCol="0">
            <a:spAutoFit/>
          </a:bodyPr>
          <a:lstStyle/>
          <a:p>
            <a:r>
              <a:rPr lang="en-US" sz="1600" b="1" dirty="0">
                <a:latin typeface="Century Gothic" panose="020B0502020202020204" pitchFamily="34" charset="0"/>
              </a:rPr>
              <a:t>The customer will choose the business entity operated. This will dictate the documents to be submitted</a:t>
            </a:r>
          </a:p>
        </p:txBody>
      </p:sp>
    </p:spTree>
    <p:extLst>
      <p:ext uri="{BB962C8B-B14F-4D97-AF65-F5344CB8AC3E}">
        <p14:creationId xmlns:p14="http://schemas.microsoft.com/office/powerpoint/2010/main" val="3687329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0"/>
            <a:ext cx="5661329" cy="461408"/>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5B: Business Profile Update…cont</a:t>
            </a:r>
          </a:p>
        </p:txBody>
      </p:sp>
      <p:sp>
        <p:nvSpPr>
          <p:cNvPr id="10" name="Rectangle 9">
            <a:extLst>
              <a:ext uri="{FF2B5EF4-FFF2-40B4-BE49-F238E27FC236}">
                <a16:creationId xmlns:a16="http://schemas.microsoft.com/office/drawing/2014/main" id="{E51DD838-074E-4D25-8A07-6F935A619419}"/>
              </a:ext>
            </a:extLst>
          </p:cNvPr>
          <p:cNvSpPr/>
          <p:nvPr/>
        </p:nvSpPr>
        <p:spPr>
          <a:xfrm>
            <a:off x="10202804" y="2990654"/>
            <a:ext cx="1891119" cy="847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Business entity profile</a:t>
            </a:r>
          </a:p>
        </p:txBody>
      </p:sp>
      <p:cxnSp>
        <p:nvCxnSpPr>
          <p:cNvPr id="11" name="Straight Arrow Connector 10">
            <a:extLst>
              <a:ext uri="{FF2B5EF4-FFF2-40B4-BE49-F238E27FC236}">
                <a16:creationId xmlns:a16="http://schemas.microsoft.com/office/drawing/2014/main" id="{D18D9BAA-843A-4C9F-A730-E58D83674685}"/>
              </a:ext>
            </a:extLst>
          </p:cNvPr>
          <p:cNvCxnSpPr>
            <a:cxnSpLocks/>
          </p:cNvCxnSpPr>
          <p:nvPr/>
        </p:nvCxnSpPr>
        <p:spPr>
          <a:xfrm flipH="1">
            <a:off x="9231464" y="3414492"/>
            <a:ext cx="926979" cy="14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850DB50-A1F5-4382-883F-1B37B3BE3B5E}"/>
              </a:ext>
            </a:extLst>
          </p:cNvPr>
          <p:cNvPicPr>
            <a:picLocks noChangeAspect="1"/>
          </p:cNvPicPr>
          <p:nvPr/>
        </p:nvPicPr>
        <p:blipFill>
          <a:blip r:embed="rId2"/>
          <a:stretch>
            <a:fillRect/>
          </a:stretch>
        </p:blipFill>
        <p:spPr>
          <a:xfrm>
            <a:off x="133996" y="843444"/>
            <a:ext cx="2703442" cy="5774424"/>
          </a:xfrm>
          <a:prstGeom prst="rect">
            <a:avLst/>
          </a:prstGeom>
        </p:spPr>
      </p:pic>
      <p:pic>
        <p:nvPicPr>
          <p:cNvPr id="12" name="Picture 11">
            <a:extLst>
              <a:ext uri="{FF2B5EF4-FFF2-40B4-BE49-F238E27FC236}">
                <a16:creationId xmlns:a16="http://schemas.microsoft.com/office/drawing/2014/main" id="{D313F28B-D01D-4FAB-A70C-0C93C8013D25}"/>
              </a:ext>
            </a:extLst>
          </p:cNvPr>
          <p:cNvPicPr>
            <a:picLocks noChangeAspect="1"/>
          </p:cNvPicPr>
          <p:nvPr/>
        </p:nvPicPr>
        <p:blipFill>
          <a:blip r:embed="rId3"/>
          <a:stretch>
            <a:fillRect/>
          </a:stretch>
        </p:blipFill>
        <p:spPr>
          <a:xfrm>
            <a:off x="3266706" y="843444"/>
            <a:ext cx="2703443" cy="5834489"/>
          </a:xfrm>
          <a:prstGeom prst="rect">
            <a:avLst/>
          </a:prstGeom>
        </p:spPr>
      </p:pic>
      <p:pic>
        <p:nvPicPr>
          <p:cNvPr id="14" name="Picture 13">
            <a:extLst>
              <a:ext uri="{FF2B5EF4-FFF2-40B4-BE49-F238E27FC236}">
                <a16:creationId xmlns:a16="http://schemas.microsoft.com/office/drawing/2014/main" id="{590EEE8C-606E-4935-AB9B-3BD39957B817}"/>
              </a:ext>
            </a:extLst>
          </p:cNvPr>
          <p:cNvPicPr>
            <a:picLocks noChangeAspect="1"/>
          </p:cNvPicPr>
          <p:nvPr/>
        </p:nvPicPr>
        <p:blipFill>
          <a:blip r:embed="rId4"/>
          <a:stretch>
            <a:fillRect/>
          </a:stretch>
        </p:blipFill>
        <p:spPr>
          <a:xfrm>
            <a:off x="6444008" y="843444"/>
            <a:ext cx="2703443" cy="5798424"/>
          </a:xfrm>
          <a:prstGeom prst="rect">
            <a:avLst/>
          </a:prstGeom>
        </p:spPr>
      </p:pic>
    </p:spTree>
    <p:extLst>
      <p:ext uri="{BB962C8B-B14F-4D97-AF65-F5344CB8AC3E}">
        <p14:creationId xmlns:p14="http://schemas.microsoft.com/office/powerpoint/2010/main" val="4016541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03367" y="71561"/>
            <a:ext cx="5422216"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6: Business Documents upload</a:t>
            </a:r>
          </a:p>
        </p:txBody>
      </p:sp>
      <p:pic>
        <p:nvPicPr>
          <p:cNvPr id="3" name="Picture 2">
            <a:extLst>
              <a:ext uri="{FF2B5EF4-FFF2-40B4-BE49-F238E27FC236}">
                <a16:creationId xmlns:a16="http://schemas.microsoft.com/office/drawing/2014/main" id="{74181A14-2BF9-4367-A8DB-C453FAB94370}"/>
              </a:ext>
            </a:extLst>
          </p:cNvPr>
          <p:cNvPicPr>
            <a:picLocks noChangeAspect="1"/>
          </p:cNvPicPr>
          <p:nvPr/>
        </p:nvPicPr>
        <p:blipFill>
          <a:blip r:embed="rId2"/>
          <a:stretch>
            <a:fillRect/>
          </a:stretch>
        </p:blipFill>
        <p:spPr>
          <a:xfrm>
            <a:off x="627564" y="1208597"/>
            <a:ext cx="2338273" cy="5427275"/>
          </a:xfrm>
          <a:prstGeom prst="rect">
            <a:avLst/>
          </a:prstGeom>
          <a:solidFill>
            <a:schemeClr val="bg1"/>
          </a:solidFill>
          <a:ln w="38100">
            <a:solidFill>
              <a:schemeClr val="tx1"/>
            </a:solidFill>
          </a:ln>
        </p:spPr>
      </p:pic>
      <p:sp>
        <p:nvSpPr>
          <p:cNvPr id="2" name="Rectangle: Rounded Corners 1">
            <a:extLst>
              <a:ext uri="{FF2B5EF4-FFF2-40B4-BE49-F238E27FC236}">
                <a16:creationId xmlns:a16="http://schemas.microsoft.com/office/drawing/2014/main" id="{55A8B988-8497-46FD-BFFC-89AA5CB06242}"/>
              </a:ext>
            </a:extLst>
          </p:cNvPr>
          <p:cNvSpPr/>
          <p:nvPr/>
        </p:nvSpPr>
        <p:spPr>
          <a:xfrm>
            <a:off x="9219414" y="2551598"/>
            <a:ext cx="2652074" cy="14799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Business documents uploaded &amp; profile update confirmed</a:t>
            </a:r>
          </a:p>
        </p:txBody>
      </p:sp>
      <p:cxnSp>
        <p:nvCxnSpPr>
          <p:cNvPr id="9" name="Straight Arrow Connector 8">
            <a:extLst>
              <a:ext uri="{FF2B5EF4-FFF2-40B4-BE49-F238E27FC236}">
                <a16:creationId xmlns:a16="http://schemas.microsoft.com/office/drawing/2014/main" id="{9B5DC910-CFEF-4570-82AA-02B2EA06886E}"/>
              </a:ext>
            </a:extLst>
          </p:cNvPr>
          <p:cNvCxnSpPr>
            <a:cxnSpLocks/>
          </p:cNvCxnSpPr>
          <p:nvPr/>
        </p:nvCxnSpPr>
        <p:spPr>
          <a:xfrm flipH="1">
            <a:off x="6726803" y="3272739"/>
            <a:ext cx="23928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D85A71F8-6562-423F-A161-90916AF278AD}"/>
              </a:ext>
            </a:extLst>
          </p:cNvPr>
          <p:cNvPicPr>
            <a:picLocks noChangeAspect="1"/>
          </p:cNvPicPr>
          <p:nvPr/>
        </p:nvPicPr>
        <p:blipFill>
          <a:blip r:embed="rId3"/>
          <a:stretch>
            <a:fillRect/>
          </a:stretch>
        </p:blipFill>
        <p:spPr>
          <a:xfrm>
            <a:off x="3893319" y="1208589"/>
            <a:ext cx="2652074" cy="5427276"/>
          </a:xfrm>
          <a:prstGeom prst="rect">
            <a:avLst/>
          </a:prstGeom>
          <a:ln w="38100">
            <a:solidFill>
              <a:schemeClr val="tx1"/>
            </a:solidFill>
          </a:ln>
        </p:spPr>
      </p:pic>
      <p:sp>
        <p:nvSpPr>
          <p:cNvPr id="7" name="TextBox 6">
            <a:extLst>
              <a:ext uri="{FF2B5EF4-FFF2-40B4-BE49-F238E27FC236}">
                <a16:creationId xmlns:a16="http://schemas.microsoft.com/office/drawing/2014/main" id="{3FECA6BD-4FD8-48F6-9427-96981E972589}"/>
              </a:ext>
            </a:extLst>
          </p:cNvPr>
          <p:cNvSpPr txBox="1"/>
          <p:nvPr/>
        </p:nvSpPr>
        <p:spPr>
          <a:xfrm>
            <a:off x="0" y="507589"/>
            <a:ext cx="11871488" cy="584775"/>
          </a:xfrm>
          <a:prstGeom prst="rect">
            <a:avLst/>
          </a:prstGeom>
          <a:noFill/>
        </p:spPr>
        <p:txBody>
          <a:bodyPr wrap="square" rtlCol="0">
            <a:spAutoFit/>
          </a:bodyPr>
          <a:lstStyle/>
          <a:p>
            <a:r>
              <a:rPr lang="en-US" sz="1600" b="1" dirty="0">
                <a:latin typeface="Century Gothic" panose="020B0502020202020204" pitchFamily="34" charset="0"/>
              </a:rPr>
              <a:t>Once the profile is duly completed and all the business documents uploaded successfully, a confirmation message will be displayed to the customer</a:t>
            </a:r>
          </a:p>
        </p:txBody>
      </p:sp>
    </p:spTree>
    <p:extLst>
      <p:ext uri="{BB962C8B-B14F-4D97-AF65-F5344CB8AC3E}">
        <p14:creationId xmlns:p14="http://schemas.microsoft.com/office/powerpoint/2010/main" val="4144250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73600" y="0"/>
            <a:ext cx="6054504"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926"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7: How to improve the score</a:t>
            </a:r>
          </a:p>
        </p:txBody>
      </p:sp>
      <p:pic>
        <p:nvPicPr>
          <p:cNvPr id="5" name="Picture 4">
            <a:extLst>
              <a:ext uri="{FF2B5EF4-FFF2-40B4-BE49-F238E27FC236}">
                <a16:creationId xmlns:a16="http://schemas.microsoft.com/office/drawing/2014/main" id="{AE49D13D-4353-438D-9736-63E6EA31D4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91128" y="907374"/>
            <a:ext cx="2491231" cy="5579102"/>
          </a:xfrm>
          <a:prstGeom prst="rect">
            <a:avLst/>
          </a:prstGeom>
          <a:solidFill>
            <a:schemeClr val="bg1"/>
          </a:solidFill>
          <a:ln w="38100">
            <a:solidFill>
              <a:schemeClr val="tx1"/>
            </a:solidFill>
          </a:ln>
        </p:spPr>
      </p:pic>
      <p:pic>
        <p:nvPicPr>
          <p:cNvPr id="3" name="Picture 2">
            <a:extLst>
              <a:ext uri="{FF2B5EF4-FFF2-40B4-BE49-F238E27FC236}">
                <a16:creationId xmlns:a16="http://schemas.microsoft.com/office/drawing/2014/main" id="{5AB23B2D-F67F-4723-B6E4-E56BD4F1E2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9671" y="909678"/>
            <a:ext cx="2491231" cy="5579102"/>
          </a:xfrm>
          <a:prstGeom prst="rect">
            <a:avLst/>
          </a:prstGeom>
          <a:solidFill>
            <a:schemeClr val="bg1"/>
          </a:solidFill>
          <a:ln w="38100">
            <a:solidFill>
              <a:schemeClr val="tx1"/>
            </a:solidFill>
          </a:ln>
        </p:spPr>
      </p:pic>
      <p:pic>
        <p:nvPicPr>
          <p:cNvPr id="10" name="Picture 9">
            <a:extLst>
              <a:ext uri="{FF2B5EF4-FFF2-40B4-BE49-F238E27FC236}">
                <a16:creationId xmlns:a16="http://schemas.microsoft.com/office/drawing/2014/main" id="{A90558C6-55B4-46F6-85E2-FBB3766F2DC5}"/>
              </a:ext>
            </a:extLst>
          </p:cNvPr>
          <p:cNvPicPr>
            <a:picLocks noChangeAspect="1"/>
          </p:cNvPicPr>
          <p:nvPr/>
        </p:nvPicPr>
        <p:blipFill>
          <a:blip r:embed="rId4"/>
          <a:stretch>
            <a:fillRect/>
          </a:stretch>
        </p:blipFill>
        <p:spPr>
          <a:xfrm>
            <a:off x="3623844" y="3843472"/>
            <a:ext cx="1878432" cy="1014775"/>
          </a:xfrm>
          <a:prstGeom prst="rect">
            <a:avLst/>
          </a:prstGeom>
        </p:spPr>
      </p:pic>
      <p:pic>
        <p:nvPicPr>
          <p:cNvPr id="11" name="Picture 10">
            <a:extLst>
              <a:ext uri="{FF2B5EF4-FFF2-40B4-BE49-F238E27FC236}">
                <a16:creationId xmlns:a16="http://schemas.microsoft.com/office/drawing/2014/main" id="{4E847B21-7B3A-4B21-949F-D4508944F0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00757" y="909678"/>
            <a:ext cx="2490202" cy="5576798"/>
          </a:xfrm>
          <a:prstGeom prst="rect">
            <a:avLst/>
          </a:prstGeom>
          <a:ln w="38100">
            <a:solidFill>
              <a:schemeClr val="tx1"/>
            </a:solidFill>
          </a:ln>
        </p:spPr>
      </p:pic>
      <p:sp>
        <p:nvSpPr>
          <p:cNvPr id="12" name="TextBox 11">
            <a:extLst>
              <a:ext uri="{FF2B5EF4-FFF2-40B4-BE49-F238E27FC236}">
                <a16:creationId xmlns:a16="http://schemas.microsoft.com/office/drawing/2014/main" id="{43EFC943-4854-4540-94EC-E0BC3FFE1795}"/>
              </a:ext>
            </a:extLst>
          </p:cNvPr>
          <p:cNvSpPr txBox="1"/>
          <p:nvPr/>
        </p:nvSpPr>
        <p:spPr>
          <a:xfrm>
            <a:off x="-1" y="507589"/>
            <a:ext cx="12117789" cy="338554"/>
          </a:xfrm>
          <a:prstGeom prst="rect">
            <a:avLst/>
          </a:prstGeom>
          <a:noFill/>
        </p:spPr>
        <p:txBody>
          <a:bodyPr wrap="square" rtlCol="0">
            <a:spAutoFit/>
          </a:bodyPr>
          <a:lstStyle/>
          <a:p>
            <a:r>
              <a:rPr lang="en-US" sz="1600" b="1" dirty="0">
                <a:latin typeface="Century Gothic" panose="020B0502020202020204" pitchFamily="34" charset="0"/>
              </a:rPr>
              <a:t>In case the customer is not satisfied with the limit allocated, they can upload their M-</a:t>
            </a:r>
            <a:r>
              <a:rPr lang="en-US" sz="1600" b="1" dirty="0" err="1">
                <a:latin typeface="Century Gothic" panose="020B0502020202020204" pitchFamily="34" charset="0"/>
              </a:rPr>
              <a:t>Pesa</a:t>
            </a:r>
            <a:r>
              <a:rPr lang="en-US" sz="1600" b="1" dirty="0">
                <a:latin typeface="Century Gothic" panose="020B0502020202020204" pitchFamily="34" charset="0"/>
              </a:rPr>
              <a:t> statement to improve the score</a:t>
            </a:r>
          </a:p>
        </p:txBody>
      </p:sp>
      <p:pic>
        <p:nvPicPr>
          <p:cNvPr id="13" name="Picture 12">
            <a:extLst>
              <a:ext uri="{FF2B5EF4-FFF2-40B4-BE49-F238E27FC236}">
                <a16:creationId xmlns:a16="http://schemas.microsoft.com/office/drawing/2014/main" id="{97C36EC4-ED55-4AA9-AA0D-CF67E4694A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7937" y="907374"/>
            <a:ext cx="2525715" cy="5579102"/>
          </a:xfrm>
          <a:prstGeom prst="rect">
            <a:avLst/>
          </a:prstGeom>
          <a:ln w="38100">
            <a:solidFill>
              <a:schemeClr val="tx1"/>
            </a:solidFill>
          </a:ln>
        </p:spPr>
      </p:pic>
    </p:spTree>
    <p:extLst>
      <p:ext uri="{BB962C8B-B14F-4D97-AF65-F5344CB8AC3E}">
        <p14:creationId xmlns:p14="http://schemas.microsoft.com/office/powerpoint/2010/main" val="50108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156233" y="0"/>
            <a:ext cx="7060676"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926"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8: Loan Application &amp; notifications</a:t>
            </a:r>
          </a:p>
        </p:txBody>
      </p:sp>
      <p:sp>
        <p:nvSpPr>
          <p:cNvPr id="6" name="TextBox 8">
            <a:extLst>
              <a:ext uri="{FF2B5EF4-FFF2-40B4-BE49-F238E27FC236}">
                <a16:creationId xmlns:a16="http://schemas.microsoft.com/office/drawing/2014/main" id="{FEB474AC-D38E-4D6A-810A-5E6FA5940436}"/>
              </a:ext>
            </a:extLst>
          </p:cNvPr>
          <p:cNvSpPr txBox="1"/>
          <p:nvPr/>
        </p:nvSpPr>
        <p:spPr>
          <a:xfrm>
            <a:off x="8737050" y="2427233"/>
            <a:ext cx="3339001" cy="1485728"/>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Your NCBA BOOSTA  Loan KES. XXXX has been successfully approved and will be disbursed shortly</a:t>
            </a:r>
          </a:p>
        </p:txBody>
      </p:sp>
      <p:sp>
        <p:nvSpPr>
          <p:cNvPr id="7" name="TextBox 8">
            <a:extLst>
              <a:ext uri="{FF2B5EF4-FFF2-40B4-BE49-F238E27FC236}">
                <a16:creationId xmlns:a16="http://schemas.microsoft.com/office/drawing/2014/main" id="{65D96918-15DE-41D3-A7D0-F10962BFF455}"/>
              </a:ext>
            </a:extLst>
          </p:cNvPr>
          <p:cNvSpPr txBox="1"/>
          <p:nvPr/>
        </p:nvSpPr>
        <p:spPr>
          <a:xfrm>
            <a:off x="8784693" y="5155452"/>
            <a:ext cx="3339001" cy="1485728"/>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Confirmed. Purchase of KES XXX has been paid by Bonface Macharia to EABL Ref No. FTX24044GAAAE</a:t>
            </a:r>
          </a:p>
        </p:txBody>
      </p:sp>
      <p:sp>
        <p:nvSpPr>
          <p:cNvPr id="3" name="Oval 2">
            <a:extLst>
              <a:ext uri="{FF2B5EF4-FFF2-40B4-BE49-F238E27FC236}">
                <a16:creationId xmlns:a16="http://schemas.microsoft.com/office/drawing/2014/main" id="{67E1676C-1578-430C-82E5-FB44B5DA3475}"/>
              </a:ext>
            </a:extLst>
          </p:cNvPr>
          <p:cNvSpPr/>
          <p:nvPr/>
        </p:nvSpPr>
        <p:spPr>
          <a:xfrm>
            <a:off x="9196484" y="4291654"/>
            <a:ext cx="2172469" cy="9561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SMS to the Anchor</a:t>
            </a:r>
          </a:p>
        </p:txBody>
      </p:sp>
      <p:sp>
        <p:nvSpPr>
          <p:cNvPr id="9" name="Oval 8">
            <a:extLst>
              <a:ext uri="{FF2B5EF4-FFF2-40B4-BE49-F238E27FC236}">
                <a16:creationId xmlns:a16="http://schemas.microsoft.com/office/drawing/2014/main" id="{6BE6DB9C-BC89-4E68-8B2D-6D70D3CDA324}"/>
              </a:ext>
            </a:extLst>
          </p:cNvPr>
          <p:cNvSpPr/>
          <p:nvPr/>
        </p:nvSpPr>
        <p:spPr>
          <a:xfrm>
            <a:off x="9320315" y="1572833"/>
            <a:ext cx="2172469" cy="9514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SMS to the customer</a:t>
            </a:r>
          </a:p>
        </p:txBody>
      </p:sp>
      <p:pic>
        <p:nvPicPr>
          <p:cNvPr id="2" name="Picture 1">
            <a:extLst>
              <a:ext uri="{FF2B5EF4-FFF2-40B4-BE49-F238E27FC236}">
                <a16:creationId xmlns:a16="http://schemas.microsoft.com/office/drawing/2014/main" id="{49D4F551-0F94-49CA-B460-17FB67FFC3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127" y="1184743"/>
            <a:ext cx="2436457" cy="5456437"/>
          </a:xfrm>
          <a:prstGeom prst="rect">
            <a:avLst/>
          </a:prstGeom>
          <a:ln w="38100">
            <a:solidFill>
              <a:schemeClr val="tx1"/>
            </a:solidFill>
          </a:ln>
        </p:spPr>
      </p:pic>
      <p:pic>
        <p:nvPicPr>
          <p:cNvPr id="4" name="Picture 3">
            <a:extLst>
              <a:ext uri="{FF2B5EF4-FFF2-40B4-BE49-F238E27FC236}">
                <a16:creationId xmlns:a16="http://schemas.microsoft.com/office/drawing/2014/main" id="{BF1ED896-1AEF-4278-9BEF-3132B12A14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2909" y="1184744"/>
            <a:ext cx="2434081" cy="5456436"/>
          </a:xfrm>
          <a:prstGeom prst="rect">
            <a:avLst/>
          </a:prstGeom>
          <a:ln w="38100">
            <a:solidFill>
              <a:schemeClr val="tx1"/>
            </a:solidFill>
          </a:ln>
        </p:spPr>
      </p:pic>
      <p:pic>
        <p:nvPicPr>
          <p:cNvPr id="10" name="Picture 9">
            <a:extLst>
              <a:ext uri="{FF2B5EF4-FFF2-40B4-BE49-F238E27FC236}">
                <a16:creationId xmlns:a16="http://schemas.microsoft.com/office/drawing/2014/main" id="{9FB41FD8-440D-4F9A-8A5B-D65B421441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5570" y="1184744"/>
            <a:ext cx="2434081" cy="5456436"/>
          </a:xfrm>
          <a:prstGeom prst="rect">
            <a:avLst/>
          </a:prstGeom>
          <a:ln w="38100">
            <a:solidFill>
              <a:schemeClr val="tx1"/>
            </a:solidFill>
          </a:ln>
        </p:spPr>
      </p:pic>
      <p:sp>
        <p:nvSpPr>
          <p:cNvPr id="11" name="TextBox 10">
            <a:extLst>
              <a:ext uri="{FF2B5EF4-FFF2-40B4-BE49-F238E27FC236}">
                <a16:creationId xmlns:a16="http://schemas.microsoft.com/office/drawing/2014/main" id="{AB84D51E-AE2D-4F79-BF68-4838EDEDECEB}"/>
              </a:ext>
            </a:extLst>
          </p:cNvPr>
          <p:cNvSpPr txBox="1"/>
          <p:nvPr/>
        </p:nvSpPr>
        <p:spPr>
          <a:xfrm>
            <a:off x="-1" y="507589"/>
            <a:ext cx="12192001" cy="584775"/>
          </a:xfrm>
          <a:prstGeom prst="rect">
            <a:avLst/>
          </a:prstGeom>
          <a:noFill/>
        </p:spPr>
        <p:txBody>
          <a:bodyPr wrap="square" rtlCol="0">
            <a:spAutoFit/>
          </a:bodyPr>
          <a:lstStyle/>
          <a:p>
            <a:r>
              <a:rPr lang="en-US" sz="1600" b="1" dirty="0">
                <a:latin typeface="Century Gothic" panose="020B0502020202020204" pitchFamily="34" charset="0"/>
              </a:rPr>
              <a:t>Upon confirmation of the amount to be financed, the customer will proceed with loan application and the funds will be disbursed directly to the Anchor’s account and all the parties are notified on the transaction.</a:t>
            </a:r>
          </a:p>
        </p:txBody>
      </p:sp>
      <p:pic>
        <p:nvPicPr>
          <p:cNvPr id="12" name="Picture 11">
            <a:extLst>
              <a:ext uri="{FF2B5EF4-FFF2-40B4-BE49-F238E27FC236}">
                <a16:creationId xmlns:a16="http://schemas.microsoft.com/office/drawing/2014/main" id="{44FC3659-001B-4FC5-8F3A-7D127CA96A4B}"/>
              </a:ext>
            </a:extLst>
          </p:cNvPr>
          <p:cNvPicPr>
            <a:picLocks noChangeAspect="1"/>
          </p:cNvPicPr>
          <p:nvPr/>
        </p:nvPicPr>
        <p:blipFill>
          <a:blip r:embed="rId5"/>
          <a:stretch>
            <a:fillRect/>
          </a:stretch>
        </p:blipFill>
        <p:spPr>
          <a:xfrm>
            <a:off x="618015" y="5066421"/>
            <a:ext cx="1724230" cy="831895"/>
          </a:xfrm>
          <a:prstGeom prst="rect">
            <a:avLst/>
          </a:prstGeom>
        </p:spPr>
      </p:pic>
    </p:spTree>
    <p:extLst>
      <p:ext uri="{BB962C8B-B14F-4D97-AF65-F5344CB8AC3E}">
        <p14:creationId xmlns:p14="http://schemas.microsoft.com/office/powerpoint/2010/main" val="3304926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0"/>
            <a:ext cx="7231178" cy="476156"/>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9: Loan Repayment – Partial or Full Payment</a:t>
            </a:r>
          </a:p>
        </p:txBody>
      </p:sp>
      <p:pic>
        <p:nvPicPr>
          <p:cNvPr id="7" name="Picture 6">
            <a:extLst>
              <a:ext uri="{FF2B5EF4-FFF2-40B4-BE49-F238E27FC236}">
                <a16:creationId xmlns:a16="http://schemas.microsoft.com/office/drawing/2014/main" id="{0BCADD08-D770-4626-A1E1-EA050951CA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3178" y="1199819"/>
            <a:ext cx="2681820" cy="5467225"/>
          </a:xfrm>
          <a:prstGeom prst="rect">
            <a:avLst/>
          </a:prstGeom>
          <a:ln w="38100">
            <a:solidFill>
              <a:schemeClr val="tx1"/>
            </a:solidFill>
          </a:ln>
        </p:spPr>
      </p:pic>
      <p:pic>
        <p:nvPicPr>
          <p:cNvPr id="2" name="Picture 1">
            <a:extLst>
              <a:ext uri="{FF2B5EF4-FFF2-40B4-BE49-F238E27FC236}">
                <a16:creationId xmlns:a16="http://schemas.microsoft.com/office/drawing/2014/main" id="{AD124F0D-F6B4-49B7-A67D-685F6D623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1495" y="1199821"/>
            <a:ext cx="2588710" cy="5467223"/>
          </a:xfrm>
          <a:prstGeom prst="rect">
            <a:avLst/>
          </a:prstGeom>
          <a:ln w="38100">
            <a:solidFill>
              <a:schemeClr val="tx1"/>
            </a:solidFill>
          </a:ln>
        </p:spPr>
      </p:pic>
      <p:pic>
        <p:nvPicPr>
          <p:cNvPr id="3" name="Picture 2">
            <a:extLst>
              <a:ext uri="{FF2B5EF4-FFF2-40B4-BE49-F238E27FC236}">
                <a16:creationId xmlns:a16="http://schemas.microsoft.com/office/drawing/2014/main" id="{8B4F46A3-E986-48E9-996B-14A977732A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085" y="1199820"/>
            <a:ext cx="2586669" cy="5467224"/>
          </a:xfrm>
          <a:prstGeom prst="rect">
            <a:avLst/>
          </a:prstGeom>
          <a:ln w="38100">
            <a:solidFill>
              <a:schemeClr val="tx1"/>
            </a:solidFill>
          </a:ln>
        </p:spPr>
      </p:pic>
      <p:sp>
        <p:nvSpPr>
          <p:cNvPr id="12" name="Flowchart: Connector 11">
            <a:extLst>
              <a:ext uri="{FF2B5EF4-FFF2-40B4-BE49-F238E27FC236}">
                <a16:creationId xmlns:a16="http://schemas.microsoft.com/office/drawing/2014/main" id="{A65B8C91-0255-46DE-BB9F-E6A14BB078BD}"/>
              </a:ext>
            </a:extLst>
          </p:cNvPr>
          <p:cNvSpPr/>
          <p:nvPr/>
        </p:nvSpPr>
        <p:spPr>
          <a:xfrm>
            <a:off x="7579618" y="3004599"/>
            <a:ext cx="2282648" cy="675860"/>
          </a:xfrm>
          <a:prstGeom prst="flowChartConnector">
            <a:avLst/>
          </a:prstGeom>
          <a:no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CEFE214F-AD99-4175-B948-2AD7D11AAD07}"/>
              </a:ext>
            </a:extLst>
          </p:cNvPr>
          <p:cNvSpPr txBox="1"/>
          <p:nvPr/>
        </p:nvSpPr>
        <p:spPr>
          <a:xfrm>
            <a:off x="-15903" y="461888"/>
            <a:ext cx="12062129" cy="553998"/>
          </a:xfrm>
          <a:prstGeom prst="rect">
            <a:avLst/>
          </a:prstGeom>
          <a:noFill/>
        </p:spPr>
        <p:txBody>
          <a:bodyPr wrap="square" rtlCol="0">
            <a:spAutoFit/>
          </a:bodyPr>
          <a:lstStyle/>
          <a:p>
            <a:r>
              <a:rPr lang="en-US" sz="1500" b="1" dirty="0">
                <a:latin typeface="Century Gothic" panose="020B0502020202020204" pitchFamily="34" charset="0"/>
              </a:rPr>
              <a:t>On the due date, the system will automatically recover the funds from the customer’s account. However, the customer can initiate the loan repayment for either full or partial payment. The source of funds can be either NCBA account or M-</a:t>
            </a:r>
            <a:r>
              <a:rPr lang="en-US" sz="1500" b="1" dirty="0" err="1">
                <a:latin typeface="Century Gothic" panose="020B0502020202020204" pitchFamily="34" charset="0"/>
              </a:rPr>
              <a:t>Pesa</a:t>
            </a:r>
            <a:r>
              <a:rPr lang="en-US" sz="1500" b="1" dirty="0">
                <a:latin typeface="Century Gothic" panose="020B0502020202020204" pitchFamily="34" charset="0"/>
              </a:rPr>
              <a:t> wallet</a:t>
            </a:r>
          </a:p>
        </p:txBody>
      </p:sp>
    </p:spTree>
    <p:extLst>
      <p:ext uri="{BB962C8B-B14F-4D97-AF65-F5344CB8AC3E}">
        <p14:creationId xmlns:p14="http://schemas.microsoft.com/office/powerpoint/2010/main" val="3268880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0" y="24838"/>
            <a:ext cx="8153036" cy="477310"/>
          </a:xfrm>
          <a:prstGeom prst="rect">
            <a:avLst/>
          </a:prstGeom>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rPr>
              <a:t>Step 10: Notifications upon Successful Loan Repayment</a:t>
            </a:r>
            <a:endParaRPr kumimoji="0" lang="en-US" sz="2400" b="0" i="0" u="none" strike="noStrike" kern="1200" cap="none" spc="0" normalizeH="0" baseline="0" noProof="0" dirty="0">
              <a:ln>
                <a:noFill/>
              </a:ln>
              <a:solidFill>
                <a:srgbClr val="00B0F0"/>
              </a:solidFill>
              <a:effectLst/>
              <a:uLnTx/>
              <a:uFillTx/>
              <a:latin typeface="Century Gothic" panose="020B0502020202020204" pitchFamily="34" charset="0"/>
              <a:ea typeface="+mn-ea"/>
              <a:cs typeface="+mn-cs"/>
            </a:endParaRPr>
          </a:p>
        </p:txBody>
      </p:sp>
      <p:pic>
        <p:nvPicPr>
          <p:cNvPr id="9" name="Picture 8">
            <a:extLst>
              <a:ext uri="{FF2B5EF4-FFF2-40B4-BE49-F238E27FC236}">
                <a16:creationId xmlns:a16="http://schemas.microsoft.com/office/drawing/2014/main" id="{7BC47D4E-C103-4F3D-8902-5D20BB7FD4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2269" y="939197"/>
            <a:ext cx="2662107" cy="5716043"/>
          </a:xfrm>
          <a:prstGeom prst="rect">
            <a:avLst/>
          </a:prstGeom>
          <a:solidFill>
            <a:schemeClr val="bg1"/>
          </a:solidFill>
          <a:ln w="38100">
            <a:solidFill>
              <a:schemeClr val="tx1"/>
            </a:solidFill>
          </a:ln>
        </p:spPr>
      </p:pic>
      <p:sp>
        <p:nvSpPr>
          <p:cNvPr id="7" name="TextBox 8">
            <a:extLst>
              <a:ext uri="{FF2B5EF4-FFF2-40B4-BE49-F238E27FC236}">
                <a16:creationId xmlns:a16="http://schemas.microsoft.com/office/drawing/2014/main" id="{D3B9C0D6-0104-4716-842F-783CB56A996D}"/>
              </a:ext>
            </a:extLst>
          </p:cNvPr>
          <p:cNvSpPr txBox="1"/>
          <p:nvPr/>
        </p:nvSpPr>
        <p:spPr>
          <a:xfrm>
            <a:off x="7609459" y="3058618"/>
            <a:ext cx="4429760" cy="1477199"/>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Partial:  </a:t>
            </a: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partial payment of KES 1000.00 on your NCBA BOOSTA loan has been received. Your loan balance is now Ksh 7025.02. For inquiries call 07***64”</a:t>
            </a:r>
          </a:p>
        </p:txBody>
      </p:sp>
      <p:sp>
        <p:nvSpPr>
          <p:cNvPr id="11" name="TextBox 8">
            <a:extLst>
              <a:ext uri="{FF2B5EF4-FFF2-40B4-BE49-F238E27FC236}">
                <a16:creationId xmlns:a16="http://schemas.microsoft.com/office/drawing/2014/main" id="{D7EF361C-D868-4CE4-8AF0-EFB7F88777CE}"/>
              </a:ext>
            </a:extLst>
          </p:cNvPr>
          <p:cNvSpPr txBox="1"/>
          <p:nvPr/>
        </p:nvSpPr>
        <p:spPr>
          <a:xfrm>
            <a:off x="7604138" y="1044345"/>
            <a:ext cx="4429760" cy="1477199"/>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Macharia, your NCBA BOOSTA App Loan repayment initiated. To continue enter OTP 324646. Message Id z3S74/LREQ9</a:t>
            </a:r>
          </a:p>
        </p:txBody>
      </p:sp>
      <p:sp>
        <p:nvSpPr>
          <p:cNvPr id="12" name="TextBox 8">
            <a:extLst>
              <a:ext uri="{FF2B5EF4-FFF2-40B4-BE49-F238E27FC236}">
                <a16:creationId xmlns:a16="http://schemas.microsoft.com/office/drawing/2014/main" id="{0437C5D9-C84F-4D34-B11A-A00E1F154059}"/>
              </a:ext>
            </a:extLst>
          </p:cNvPr>
          <p:cNvSpPr txBox="1"/>
          <p:nvPr/>
        </p:nvSpPr>
        <p:spPr>
          <a:xfrm>
            <a:off x="7604138" y="5075055"/>
            <a:ext cx="4429760" cy="1477199"/>
          </a:xfrm>
          <a:prstGeom prst="rect">
            <a:avLst/>
          </a:prstGeom>
          <a:solidFill>
            <a:schemeClr val="bg1"/>
          </a:solidFill>
          <a:ln w="25400">
            <a:solidFill>
              <a:srgbClr val="00B0F0"/>
            </a:solidFill>
          </a:ln>
        </p:spPr>
        <p:txBody>
          <a:bodyPr wrap="square" lIns="0" tIns="0" rIns="0" bIns="0" rtlCol="0" anchor="t">
            <a:spAutoFit/>
          </a:bodyPr>
          <a:lstStyle/>
          <a:p>
            <a:pPr marL="0" marR="0" lvl="0" indent="0" algn="ctr" defTabSz="914400" rtl="0" eaLnBrk="1" fontAlgn="auto" latinLnBrk="0" hangingPunct="1">
              <a:lnSpc>
                <a:spcPts val="4097"/>
              </a:lnSpc>
              <a:spcBef>
                <a:spcPct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Full:</a:t>
            </a:r>
            <a:r>
              <a:rPr kumimoji="0" lang="en-US" sz="11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 </a:t>
            </a:r>
            <a:r>
              <a:rPr kumimoji="0" lang="en-US" sz="1100" b="0" i="1"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“Dear Bonface, You have now fully repaid your loan of amount Kshs 20000.00. To request for another loan visit our NCBA BOOSTA  App”</a:t>
            </a:r>
          </a:p>
        </p:txBody>
      </p:sp>
      <p:pic>
        <p:nvPicPr>
          <p:cNvPr id="10" name="Picture 9">
            <a:extLst>
              <a:ext uri="{FF2B5EF4-FFF2-40B4-BE49-F238E27FC236}">
                <a16:creationId xmlns:a16="http://schemas.microsoft.com/office/drawing/2014/main" id="{4C221679-9CB1-456F-9A2F-F74DD25B6BFD}"/>
              </a:ext>
            </a:extLst>
          </p:cNvPr>
          <p:cNvPicPr>
            <a:picLocks noChangeAspect="1"/>
          </p:cNvPicPr>
          <p:nvPr/>
        </p:nvPicPr>
        <p:blipFill>
          <a:blip r:embed="rId3"/>
          <a:stretch>
            <a:fillRect/>
          </a:stretch>
        </p:blipFill>
        <p:spPr>
          <a:xfrm>
            <a:off x="4076518" y="939197"/>
            <a:ext cx="2841687" cy="5716044"/>
          </a:xfrm>
          <a:prstGeom prst="rect">
            <a:avLst/>
          </a:prstGeom>
          <a:ln w="38100">
            <a:solidFill>
              <a:schemeClr val="tx1"/>
            </a:solidFill>
          </a:ln>
        </p:spPr>
      </p:pic>
      <p:sp>
        <p:nvSpPr>
          <p:cNvPr id="13" name="TextBox 12">
            <a:extLst>
              <a:ext uri="{FF2B5EF4-FFF2-40B4-BE49-F238E27FC236}">
                <a16:creationId xmlns:a16="http://schemas.microsoft.com/office/drawing/2014/main" id="{D98B6CE5-A35C-4D09-B848-68D8A5BC3545}"/>
              </a:ext>
            </a:extLst>
          </p:cNvPr>
          <p:cNvSpPr txBox="1"/>
          <p:nvPr/>
        </p:nvSpPr>
        <p:spPr>
          <a:xfrm>
            <a:off x="-15902" y="461888"/>
            <a:ext cx="8643068" cy="323165"/>
          </a:xfrm>
          <a:prstGeom prst="rect">
            <a:avLst/>
          </a:prstGeom>
          <a:noFill/>
        </p:spPr>
        <p:txBody>
          <a:bodyPr wrap="square" rtlCol="0">
            <a:spAutoFit/>
          </a:bodyPr>
          <a:lstStyle/>
          <a:p>
            <a:r>
              <a:rPr lang="en-US" sz="1500" b="1" dirty="0">
                <a:latin typeface="Century Gothic" panose="020B0502020202020204" pitchFamily="34" charset="0"/>
              </a:rPr>
              <a:t>Upon successful loan repayment, the customer will be notified on the same via an SMS.</a:t>
            </a:r>
          </a:p>
        </p:txBody>
      </p:sp>
    </p:spTree>
    <p:extLst>
      <p:ext uri="{BB962C8B-B14F-4D97-AF65-F5344CB8AC3E}">
        <p14:creationId xmlns:p14="http://schemas.microsoft.com/office/powerpoint/2010/main" val="2476745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NCBA_VL_v3-18.jpg" descr="NCBA_VL_v3-18.jpg">
            <a:extLst>
              <a:ext uri="{FF2B5EF4-FFF2-40B4-BE49-F238E27FC236}">
                <a16:creationId xmlns:a16="http://schemas.microsoft.com/office/drawing/2014/main" id="{F41014CE-63DD-4AEB-BB3A-C5745018CD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119035" y="6528987"/>
            <a:ext cx="992245" cy="226909"/>
          </a:xfrm>
          <a:prstGeom prst="rect">
            <a:avLst/>
          </a:prstGeom>
          <a:ln w="12700">
            <a:miter lim="400000"/>
          </a:ln>
        </p:spPr>
      </p:pic>
      <p:sp>
        <p:nvSpPr>
          <p:cNvPr id="6" name="Title 1">
            <a:extLst>
              <a:ext uri="{FF2B5EF4-FFF2-40B4-BE49-F238E27FC236}">
                <a16:creationId xmlns:a16="http://schemas.microsoft.com/office/drawing/2014/main" id="{CD1FD85A-4C74-4D2A-A61C-7F3C53989141}"/>
              </a:ext>
            </a:extLst>
          </p:cNvPr>
          <p:cNvSpPr txBox="1">
            <a:spLocks/>
          </p:cNvSpPr>
          <p:nvPr/>
        </p:nvSpPr>
        <p:spPr bwMode="gray">
          <a:xfrm>
            <a:off x="53063" y="86002"/>
            <a:ext cx="10146739" cy="372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Autofit/>
          </a:bodyPr>
          <a:lstStyle>
            <a:lvl1pPr algn="l" defTabSz="1217966" rtl="0" eaLnBrk="1" fontAlgn="base" hangingPunct="1">
              <a:spcBef>
                <a:spcPct val="0"/>
              </a:spcBef>
              <a:spcAft>
                <a:spcPct val="0"/>
              </a:spcAft>
              <a:tabLst>
                <a:tab pos="367116" algn="l"/>
              </a:tabLst>
              <a:defRPr lang="x-none" sz="2000" b="1" baseline="0">
                <a:solidFill>
                  <a:schemeClr val="tx2"/>
                </a:solidFill>
                <a:latin typeface="+mj-lt"/>
                <a:ea typeface="+mj-ea"/>
                <a:cs typeface="+mj-cs"/>
              </a:defRPr>
            </a:lvl1pPr>
            <a:lvl2pPr algn="l" defTabSz="1217966" rtl="0" eaLnBrk="1" fontAlgn="base" hangingPunct="1">
              <a:spcBef>
                <a:spcPct val="0"/>
              </a:spcBef>
              <a:spcAft>
                <a:spcPct val="0"/>
              </a:spcAft>
              <a:defRPr lang="x-none" sz="2585" b="1">
                <a:solidFill>
                  <a:schemeClr val="tx2"/>
                </a:solidFill>
                <a:latin typeface="Arial" charset="0"/>
              </a:defRPr>
            </a:lvl2pPr>
            <a:lvl3pPr algn="l" defTabSz="1217966" rtl="0" eaLnBrk="1" fontAlgn="base" hangingPunct="1">
              <a:spcBef>
                <a:spcPct val="0"/>
              </a:spcBef>
              <a:spcAft>
                <a:spcPct val="0"/>
              </a:spcAft>
              <a:defRPr lang="x-none" sz="2585" b="1">
                <a:solidFill>
                  <a:schemeClr val="tx2"/>
                </a:solidFill>
                <a:latin typeface="Arial" charset="0"/>
              </a:defRPr>
            </a:lvl3pPr>
            <a:lvl4pPr algn="l" defTabSz="1217966" rtl="0" eaLnBrk="1" fontAlgn="base" hangingPunct="1">
              <a:spcBef>
                <a:spcPct val="0"/>
              </a:spcBef>
              <a:spcAft>
                <a:spcPct val="0"/>
              </a:spcAft>
              <a:defRPr lang="x-none" sz="2585" b="1">
                <a:solidFill>
                  <a:schemeClr val="tx2"/>
                </a:solidFill>
                <a:latin typeface="Arial" charset="0"/>
              </a:defRPr>
            </a:lvl4pPr>
            <a:lvl5pPr algn="l" defTabSz="1217966" rtl="0" eaLnBrk="1" fontAlgn="base" hangingPunct="1">
              <a:spcBef>
                <a:spcPct val="0"/>
              </a:spcBef>
              <a:spcAft>
                <a:spcPct val="0"/>
              </a:spcAft>
              <a:defRPr lang="x-none" sz="2585" b="1">
                <a:solidFill>
                  <a:schemeClr val="tx2"/>
                </a:solidFill>
                <a:latin typeface="Arial" charset="0"/>
              </a:defRPr>
            </a:lvl5pPr>
            <a:lvl6pPr marL="621940" algn="l" defTabSz="1217966" rtl="0" eaLnBrk="1" fontAlgn="base" hangingPunct="1">
              <a:spcBef>
                <a:spcPct val="0"/>
              </a:spcBef>
              <a:spcAft>
                <a:spcPct val="0"/>
              </a:spcAft>
              <a:defRPr lang="x-none" sz="2585" b="1">
                <a:solidFill>
                  <a:schemeClr val="tx2"/>
                </a:solidFill>
                <a:latin typeface="Arial" charset="0"/>
              </a:defRPr>
            </a:lvl6pPr>
            <a:lvl7pPr marL="1243880" algn="l" defTabSz="1217966" rtl="0" eaLnBrk="1" fontAlgn="base" hangingPunct="1">
              <a:spcBef>
                <a:spcPct val="0"/>
              </a:spcBef>
              <a:spcAft>
                <a:spcPct val="0"/>
              </a:spcAft>
              <a:defRPr lang="x-none" sz="2585" b="1">
                <a:solidFill>
                  <a:schemeClr val="tx2"/>
                </a:solidFill>
                <a:latin typeface="Arial" charset="0"/>
              </a:defRPr>
            </a:lvl7pPr>
            <a:lvl8pPr marL="1865816" algn="l" defTabSz="1217966" rtl="0" eaLnBrk="1" fontAlgn="base" hangingPunct="1">
              <a:spcBef>
                <a:spcPct val="0"/>
              </a:spcBef>
              <a:spcAft>
                <a:spcPct val="0"/>
              </a:spcAft>
              <a:defRPr lang="x-none" sz="2585" b="1">
                <a:solidFill>
                  <a:schemeClr val="tx2"/>
                </a:solidFill>
                <a:latin typeface="Arial" charset="0"/>
              </a:defRPr>
            </a:lvl8pPr>
            <a:lvl9pPr marL="2487756" algn="l" defTabSz="1217966" rtl="0" eaLnBrk="1" fontAlgn="base" hangingPunct="1">
              <a:spcBef>
                <a:spcPct val="0"/>
              </a:spcBef>
              <a:spcAft>
                <a:spcPct val="0"/>
              </a:spcAft>
              <a:defRPr lang="x-none" sz="2585" b="1">
                <a:solidFill>
                  <a:schemeClr val="tx2"/>
                </a:solidFill>
                <a:latin typeface="Arial" charset="0"/>
              </a:defRPr>
            </a:lvl9pPr>
          </a:lstStyle>
          <a:p>
            <a:pPr marL="0" marR="0" lvl="0" indent="0" algn="l" defTabSz="1217966" rtl="0" eaLnBrk="1" fontAlgn="base" latinLnBrk="0" hangingPunct="1">
              <a:lnSpc>
                <a:spcPct val="100000"/>
              </a:lnSpc>
              <a:spcBef>
                <a:spcPct val="0"/>
              </a:spcBef>
              <a:spcAft>
                <a:spcPct val="0"/>
              </a:spcAft>
              <a:buClrTx/>
              <a:buSzTx/>
              <a:buFontTx/>
              <a:buNone/>
              <a:tabLst>
                <a:tab pos="367116" algn="l"/>
              </a:tabLst>
              <a:defRPr/>
            </a:pPr>
            <a:r>
              <a:rPr kumimoji="0" lang="en-US" sz="1800" b="1" i="0" u="none" strike="noStrike" kern="1200" cap="none" spc="0" normalizeH="0" baseline="0" noProof="0" dirty="0">
                <a:ln>
                  <a:noFill/>
                </a:ln>
                <a:solidFill>
                  <a:srgbClr val="00B0F0"/>
                </a:solidFill>
                <a:effectLst/>
                <a:uLnTx/>
                <a:uFillTx/>
                <a:latin typeface="Century Gothic" panose="020B0502020202020204" pitchFamily="34" charset="0"/>
                <a:ea typeface="+mj-ea"/>
                <a:cs typeface="+mj-cs"/>
              </a:rPr>
              <a:t>Loan Management Service (LMS) Dashboard</a:t>
            </a:r>
            <a:endParaRPr kumimoji="0" lang="en-US" sz="1800" b="1" i="0" u="none" strike="noStrike" kern="1200" cap="none" spc="0" normalizeH="0" baseline="0" noProof="0" dirty="0">
              <a:ln>
                <a:noFill/>
              </a:ln>
              <a:solidFill>
                <a:srgbClr val="FFC000"/>
              </a:solidFill>
              <a:effectLst/>
              <a:uLnTx/>
              <a:uFillTx/>
              <a:latin typeface="Century Gothic" panose="020B0502020202020204" pitchFamily="34" charset="0"/>
              <a:ea typeface="+mj-ea"/>
              <a:cs typeface="+mj-cs"/>
            </a:endParaRPr>
          </a:p>
        </p:txBody>
      </p:sp>
      <p:pic>
        <p:nvPicPr>
          <p:cNvPr id="2" name="Picture 1">
            <a:extLst>
              <a:ext uri="{FF2B5EF4-FFF2-40B4-BE49-F238E27FC236}">
                <a16:creationId xmlns:a16="http://schemas.microsoft.com/office/drawing/2014/main" id="{2731FF00-1D8A-4396-ADFD-9116FBF2FBA9}"/>
              </a:ext>
            </a:extLst>
          </p:cNvPr>
          <p:cNvPicPr>
            <a:picLocks noChangeAspect="1"/>
          </p:cNvPicPr>
          <p:nvPr/>
        </p:nvPicPr>
        <p:blipFill>
          <a:blip r:embed="rId4"/>
          <a:stretch>
            <a:fillRect/>
          </a:stretch>
        </p:blipFill>
        <p:spPr>
          <a:xfrm>
            <a:off x="204268" y="550847"/>
            <a:ext cx="11783464" cy="5849953"/>
          </a:xfrm>
          <a:prstGeom prst="rect">
            <a:avLst/>
          </a:prstGeom>
        </p:spPr>
      </p:pic>
    </p:spTree>
    <p:extLst>
      <p:ext uri="{BB962C8B-B14F-4D97-AF65-F5344CB8AC3E}">
        <p14:creationId xmlns:p14="http://schemas.microsoft.com/office/powerpoint/2010/main" val="2476567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D09A514F-A538-094A-A0F1-E5D37371C8E3}"/>
              </a:ext>
            </a:extLst>
          </p:cNvPr>
          <p:cNvPicPr>
            <a:picLocks noChangeAspect="1"/>
          </p:cNvPicPr>
          <p:nvPr/>
        </p:nvPicPr>
        <p:blipFill>
          <a:blip r:embed="rId2"/>
          <a:stretch>
            <a:fillRect/>
          </a:stretch>
        </p:blipFill>
        <p:spPr>
          <a:xfrm>
            <a:off x="0" y="0"/>
            <a:ext cx="12192000" cy="6858000"/>
          </a:xfrm>
          <a:prstGeom prst="rect">
            <a:avLst/>
          </a:prstGeom>
        </p:spPr>
      </p:pic>
      <p:sp>
        <p:nvSpPr>
          <p:cNvPr id="4" name="object 4"/>
          <p:cNvSpPr/>
          <p:nvPr/>
        </p:nvSpPr>
        <p:spPr>
          <a:xfrm>
            <a:off x="2692106" y="6051445"/>
            <a:ext cx="241300" cy="292100"/>
          </a:xfrm>
          <a:custGeom>
            <a:avLst/>
            <a:gdLst/>
            <a:ahLst/>
            <a:cxnLst/>
            <a:rect l="l" t="t" r="r" b="b"/>
            <a:pathLst>
              <a:path w="241300" h="292100">
                <a:moveTo>
                  <a:pt x="241299" y="0"/>
                </a:moveTo>
                <a:lnTo>
                  <a:pt x="0" y="292099"/>
                </a:lnTo>
                <a:lnTo>
                  <a:pt x="86867" y="292099"/>
                </a:lnTo>
                <a:lnTo>
                  <a:pt x="174840" y="185572"/>
                </a:lnTo>
                <a:lnTo>
                  <a:pt x="241283" y="185572"/>
                </a:lnTo>
                <a:lnTo>
                  <a:pt x="241299" y="0"/>
                </a:lnTo>
                <a:close/>
              </a:path>
              <a:path w="241300" h="292100">
                <a:moveTo>
                  <a:pt x="241283" y="185572"/>
                </a:moveTo>
                <a:lnTo>
                  <a:pt x="174840" y="185572"/>
                </a:lnTo>
                <a:lnTo>
                  <a:pt x="174828" y="292099"/>
                </a:lnTo>
                <a:lnTo>
                  <a:pt x="241274" y="292099"/>
                </a:lnTo>
                <a:lnTo>
                  <a:pt x="241283" y="185572"/>
                </a:lnTo>
                <a:close/>
              </a:path>
            </a:pathLst>
          </a:custGeom>
          <a:solidFill>
            <a:srgbClr val="F9E200"/>
          </a:solidFill>
        </p:spPr>
        <p:txBody>
          <a:bodyPr wrap="square" lIns="0" tIns="0" rIns="0" bIns="0" rtlCol="0"/>
          <a:lstStyle/>
          <a:p>
            <a:endParaRPr dirty="0"/>
          </a:p>
        </p:txBody>
      </p:sp>
      <p:sp>
        <p:nvSpPr>
          <p:cNvPr id="5" name="object 5"/>
          <p:cNvSpPr/>
          <p:nvPr/>
        </p:nvSpPr>
        <p:spPr>
          <a:xfrm>
            <a:off x="10512058" y="587819"/>
            <a:ext cx="286385" cy="327660"/>
          </a:xfrm>
          <a:custGeom>
            <a:avLst/>
            <a:gdLst/>
            <a:ahLst/>
            <a:cxnLst/>
            <a:rect l="l" t="t" r="r" b="b"/>
            <a:pathLst>
              <a:path w="286384" h="327659">
                <a:moveTo>
                  <a:pt x="88176" y="0"/>
                </a:moveTo>
                <a:lnTo>
                  <a:pt x="0" y="0"/>
                </a:lnTo>
                <a:lnTo>
                  <a:pt x="0" y="327126"/>
                </a:lnTo>
                <a:lnTo>
                  <a:pt x="87058" y="327126"/>
                </a:lnTo>
                <a:lnTo>
                  <a:pt x="87058" y="148170"/>
                </a:lnTo>
                <a:lnTo>
                  <a:pt x="176051" y="148170"/>
                </a:lnTo>
                <a:lnTo>
                  <a:pt x="88176" y="0"/>
                </a:lnTo>
                <a:close/>
              </a:path>
              <a:path w="286384" h="327659">
                <a:moveTo>
                  <a:pt x="176051" y="148170"/>
                </a:moveTo>
                <a:lnTo>
                  <a:pt x="88176" y="148170"/>
                </a:lnTo>
                <a:lnTo>
                  <a:pt x="195491" y="327126"/>
                </a:lnTo>
                <a:lnTo>
                  <a:pt x="286372" y="327126"/>
                </a:lnTo>
                <a:lnTo>
                  <a:pt x="286372" y="184353"/>
                </a:lnTo>
                <a:lnTo>
                  <a:pt x="197510" y="184353"/>
                </a:lnTo>
                <a:lnTo>
                  <a:pt x="176051" y="148170"/>
                </a:lnTo>
                <a:close/>
              </a:path>
              <a:path w="286384" h="327659">
                <a:moveTo>
                  <a:pt x="286372" y="0"/>
                </a:moveTo>
                <a:lnTo>
                  <a:pt x="198640" y="0"/>
                </a:lnTo>
                <a:lnTo>
                  <a:pt x="198640" y="184353"/>
                </a:lnTo>
                <a:lnTo>
                  <a:pt x="286372" y="184353"/>
                </a:lnTo>
                <a:lnTo>
                  <a:pt x="286372" y="0"/>
                </a:lnTo>
                <a:close/>
              </a:path>
            </a:pathLst>
          </a:custGeom>
          <a:solidFill>
            <a:srgbClr val="FFFFFF"/>
          </a:solidFill>
        </p:spPr>
        <p:txBody>
          <a:bodyPr wrap="square" lIns="0" tIns="0" rIns="0" bIns="0" rtlCol="0"/>
          <a:lstStyle/>
          <a:p>
            <a:endParaRPr dirty="0"/>
          </a:p>
        </p:txBody>
      </p:sp>
      <p:sp>
        <p:nvSpPr>
          <p:cNvPr id="6" name="object 6"/>
          <p:cNvSpPr/>
          <p:nvPr/>
        </p:nvSpPr>
        <p:spPr>
          <a:xfrm>
            <a:off x="10848313" y="583093"/>
            <a:ext cx="304165" cy="337185"/>
          </a:xfrm>
          <a:custGeom>
            <a:avLst/>
            <a:gdLst/>
            <a:ahLst/>
            <a:cxnLst/>
            <a:rect l="l" t="t" r="r" b="b"/>
            <a:pathLst>
              <a:path w="304165" h="337184">
                <a:moveTo>
                  <a:pt x="170751" y="0"/>
                </a:moveTo>
                <a:lnTo>
                  <a:pt x="132300" y="3418"/>
                </a:lnTo>
                <a:lnTo>
                  <a:pt x="87548" y="17961"/>
                </a:lnTo>
                <a:lnTo>
                  <a:pt x="52197" y="42150"/>
                </a:lnTo>
                <a:lnTo>
                  <a:pt x="25182" y="74571"/>
                </a:lnTo>
                <a:lnTo>
                  <a:pt x="8046" y="113494"/>
                </a:lnTo>
                <a:lnTo>
                  <a:pt x="323" y="157498"/>
                </a:lnTo>
                <a:lnTo>
                  <a:pt x="0" y="169075"/>
                </a:lnTo>
                <a:lnTo>
                  <a:pt x="393" y="182245"/>
                </a:lnTo>
                <a:lnTo>
                  <a:pt x="9766" y="230737"/>
                </a:lnTo>
                <a:lnTo>
                  <a:pt x="29922" y="269896"/>
                </a:lnTo>
                <a:lnTo>
                  <a:pt x="59303" y="300506"/>
                </a:lnTo>
                <a:lnTo>
                  <a:pt x="95701" y="321740"/>
                </a:lnTo>
                <a:lnTo>
                  <a:pt x="137213" y="333789"/>
                </a:lnTo>
                <a:lnTo>
                  <a:pt x="170751" y="336575"/>
                </a:lnTo>
                <a:lnTo>
                  <a:pt x="191027" y="335492"/>
                </a:lnTo>
                <a:lnTo>
                  <a:pt x="229046" y="326829"/>
                </a:lnTo>
                <a:lnTo>
                  <a:pt x="263365" y="309940"/>
                </a:lnTo>
                <a:lnTo>
                  <a:pt x="304152" y="274066"/>
                </a:lnTo>
                <a:lnTo>
                  <a:pt x="278772" y="252260"/>
                </a:lnTo>
                <a:lnTo>
                  <a:pt x="170751" y="252260"/>
                </a:lnTo>
                <a:lnTo>
                  <a:pt x="161935" y="251838"/>
                </a:lnTo>
                <a:lnTo>
                  <a:pt x="124096" y="237586"/>
                </a:lnTo>
                <a:lnTo>
                  <a:pt x="97637" y="200774"/>
                </a:lnTo>
                <a:lnTo>
                  <a:pt x="92240" y="169075"/>
                </a:lnTo>
                <a:lnTo>
                  <a:pt x="92506" y="161128"/>
                </a:lnTo>
                <a:lnTo>
                  <a:pt x="104694" y="120471"/>
                </a:lnTo>
                <a:lnTo>
                  <a:pt x="132321" y="93421"/>
                </a:lnTo>
                <a:lnTo>
                  <a:pt x="162648" y="84315"/>
                </a:lnTo>
                <a:lnTo>
                  <a:pt x="279447" y="84315"/>
                </a:lnTo>
                <a:lnTo>
                  <a:pt x="304152" y="63182"/>
                </a:lnTo>
                <a:lnTo>
                  <a:pt x="275497" y="35469"/>
                </a:lnTo>
                <a:lnTo>
                  <a:pt x="242176" y="15748"/>
                </a:lnTo>
                <a:lnTo>
                  <a:pt x="188630" y="983"/>
                </a:lnTo>
                <a:lnTo>
                  <a:pt x="170751" y="0"/>
                </a:lnTo>
                <a:close/>
              </a:path>
              <a:path w="304165" h="337184">
                <a:moveTo>
                  <a:pt x="240030" y="218973"/>
                </a:moveTo>
                <a:lnTo>
                  <a:pt x="208876" y="243039"/>
                </a:lnTo>
                <a:lnTo>
                  <a:pt x="170751" y="252260"/>
                </a:lnTo>
                <a:lnTo>
                  <a:pt x="278772" y="252260"/>
                </a:lnTo>
                <a:lnTo>
                  <a:pt x="240030" y="218973"/>
                </a:lnTo>
                <a:close/>
              </a:path>
              <a:path w="304165" h="337184">
                <a:moveTo>
                  <a:pt x="279447" y="84315"/>
                </a:moveTo>
                <a:lnTo>
                  <a:pt x="178104" y="84315"/>
                </a:lnTo>
                <a:lnTo>
                  <a:pt x="185331" y="85331"/>
                </a:lnTo>
                <a:lnTo>
                  <a:pt x="199580" y="89369"/>
                </a:lnTo>
                <a:lnTo>
                  <a:pt x="232117" y="109905"/>
                </a:lnTo>
                <a:lnTo>
                  <a:pt x="240030" y="118033"/>
                </a:lnTo>
                <a:lnTo>
                  <a:pt x="279447" y="84315"/>
                </a:lnTo>
                <a:close/>
              </a:path>
            </a:pathLst>
          </a:custGeom>
          <a:solidFill>
            <a:srgbClr val="FFFFFF"/>
          </a:solidFill>
        </p:spPr>
        <p:txBody>
          <a:bodyPr wrap="square" lIns="0" tIns="0" rIns="0" bIns="0" rtlCol="0"/>
          <a:lstStyle/>
          <a:p>
            <a:endParaRPr dirty="0"/>
          </a:p>
        </p:txBody>
      </p:sp>
      <p:sp>
        <p:nvSpPr>
          <p:cNvPr id="7" name="object 7"/>
          <p:cNvSpPr/>
          <p:nvPr/>
        </p:nvSpPr>
        <p:spPr>
          <a:xfrm>
            <a:off x="11195593" y="587818"/>
            <a:ext cx="254000" cy="327660"/>
          </a:xfrm>
          <a:custGeom>
            <a:avLst/>
            <a:gdLst/>
            <a:ahLst/>
            <a:cxnLst/>
            <a:rect l="l" t="t" r="r" b="b"/>
            <a:pathLst>
              <a:path w="254000" h="327659">
                <a:moveTo>
                  <a:pt x="128460" y="0"/>
                </a:moveTo>
                <a:lnTo>
                  <a:pt x="0" y="0"/>
                </a:lnTo>
                <a:lnTo>
                  <a:pt x="0" y="327126"/>
                </a:lnTo>
                <a:lnTo>
                  <a:pt x="150494" y="327126"/>
                </a:lnTo>
                <a:lnTo>
                  <a:pt x="162865" y="326690"/>
                </a:lnTo>
                <a:lnTo>
                  <a:pt x="205341" y="316331"/>
                </a:lnTo>
                <a:lnTo>
                  <a:pt x="239423" y="287386"/>
                </a:lnTo>
                <a:lnTo>
                  <a:pt x="252653" y="252044"/>
                </a:lnTo>
                <a:lnTo>
                  <a:pt x="84810" y="252044"/>
                </a:lnTo>
                <a:lnTo>
                  <a:pt x="84810" y="193128"/>
                </a:lnTo>
                <a:lnTo>
                  <a:pt x="244533" y="193128"/>
                </a:lnTo>
                <a:lnTo>
                  <a:pt x="242993" y="190178"/>
                </a:lnTo>
                <a:lnTo>
                  <a:pt x="211697" y="161617"/>
                </a:lnTo>
                <a:lnTo>
                  <a:pt x="186715" y="152425"/>
                </a:lnTo>
                <a:lnTo>
                  <a:pt x="186715" y="151536"/>
                </a:lnTo>
                <a:lnTo>
                  <a:pt x="220733" y="129044"/>
                </a:lnTo>
                <a:lnTo>
                  <a:pt x="84810" y="129044"/>
                </a:lnTo>
                <a:lnTo>
                  <a:pt x="84810" y="76212"/>
                </a:lnTo>
                <a:lnTo>
                  <a:pt x="236724" y="76212"/>
                </a:lnTo>
                <a:lnTo>
                  <a:pt x="236492" y="70955"/>
                </a:lnTo>
                <a:lnTo>
                  <a:pt x="222380" y="33193"/>
                </a:lnTo>
                <a:lnTo>
                  <a:pt x="186861" y="8731"/>
                </a:lnTo>
                <a:lnTo>
                  <a:pt x="141864" y="352"/>
                </a:lnTo>
                <a:lnTo>
                  <a:pt x="128460" y="0"/>
                </a:lnTo>
                <a:close/>
              </a:path>
              <a:path w="254000" h="327659">
                <a:moveTo>
                  <a:pt x="244533" y="193128"/>
                </a:moveTo>
                <a:lnTo>
                  <a:pt x="123062" y="193128"/>
                </a:lnTo>
                <a:lnTo>
                  <a:pt x="132542" y="193626"/>
                </a:lnTo>
                <a:lnTo>
                  <a:pt x="140746" y="195122"/>
                </a:lnTo>
                <a:lnTo>
                  <a:pt x="147671" y="197618"/>
                </a:lnTo>
                <a:lnTo>
                  <a:pt x="153314" y="201117"/>
                </a:lnTo>
                <a:lnTo>
                  <a:pt x="159981" y="206425"/>
                </a:lnTo>
                <a:lnTo>
                  <a:pt x="163321" y="213512"/>
                </a:lnTo>
                <a:lnTo>
                  <a:pt x="163321" y="231952"/>
                </a:lnTo>
                <a:lnTo>
                  <a:pt x="123507" y="252044"/>
                </a:lnTo>
                <a:lnTo>
                  <a:pt x="252653" y="252044"/>
                </a:lnTo>
                <a:lnTo>
                  <a:pt x="253578" y="244962"/>
                </a:lnTo>
                <a:lnTo>
                  <a:pt x="253987" y="235165"/>
                </a:lnTo>
                <a:lnTo>
                  <a:pt x="253768" y="227906"/>
                </a:lnTo>
                <a:lnTo>
                  <a:pt x="245998" y="195938"/>
                </a:lnTo>
                <a:lnTo>
                  <a:pt x="244533" y="193128"/>
                </a:lnTo>
                <a:close/>
              </a:path>
              <a:path w="254000" h="327659">
                <a:moveTo>
                  <a:pt x="236724" y="76212"/>
                </a:moveTo>
                <a:lnTo>
                  <a:pt x="120662" y="76212"/>
                </a:lnTo>
                <a:lnTo>
                  <a:pt x="127406" y="77406"/>
                </a:lnTo>
                <a:lnTo>
                  <a:pt x="138506" y="82207"/>
                </a:lnTo>
                <a:lnTo>
                  <a:pt x="142557" y="85369"/>
                </a:lnTo>
                <a:lnTo>
                  <a:pt x="147650" y="93154"/>
                </a:lnTo>
                <a:lnTo>
                  <a:pt x="148932" y="97713"/>
                </a:lnTo>
                <a:lnTo>
                  <a:pt x="148932" y="111061"/>
                </a:lnTo>
                <a:lnTo>
                  <a:pt x="113372" y="129044"/>
                </a:lnTo>
                <a:lnTo>
                  <a:pt x="220733" y="129044"/>
                </a:lnTo>
                <a:lnTo>
                  <a:pt x="236105" y="94018"/>
                </a:lnTo>
                <a:lnTo>
                  <a:pt x="236893" y="87236"/>
                </a:lnTo>
                <a:lnTo>
                  <a:pt x="236777" y="77406"/>
                </a:lnTo>
                <a:lnTo>
                  <a:pt x="236724" y="76212"/>
                </a:lnTo>
                <a:close/>
              </a:path>
            </a:pathLst>
          </a:custGeom>
          <a:solidFill>
            <a:srgbClr val="FFFFFF"/>
          </a:solidFill>
        </p:spPr>
        <p:txBody>
          <a:bodyPr wrap="square" lIns="0" tIns="0" rIns="0" bIns="0" rtlCol="0"/>
          <a:lstStyle/>
          <a:p>
            <a:endParaRPr dirty="0"/>
          </a:p>
        </p:txBody>
      </p:sp>
      <p:sp>
        <p:nvSpPr>
          <p:cNvPr id="8" name="object 8"/>
          <p:cNvSpPr/>
          <p:nvPr/>
        </p:nvSpPr>
        <p:spPr>
          <a:xfrm>
            <a:off x="11464348" y="587813"/>
            <a:ext cx="321310" cy="327660"/>
          </a:xfrm>
          <a:custGeom>
            <a:avLst/>
            <a:gdLst/>
            <a:ahLst/>
            <a:cxnLst/>
            <a:rect l="l" t="t" r="r" b="b"/>
            <a:pathLst>
              <a:path w="321309" h="327659">
                <a:moveTo>
                  <a:pt x="202476" y="0"/>
                </a:moveTo>
                <a:lnTo>
                  <a:pt x="118783" y="0"/>
                </a:lnTo>
                <a:lnTo>
                  <a:pt x="0" y="327126"/>
                </a:lnTo>
                <a:lnTo>
                  <a:pt x="91795" y="327126"/>
                </a:lnTo>
                <a:lnTo>
                  <a:pt x="108216" y="274294"/>
                </a:lnTo>
                <a:lnTo>
                  <a:pt x="302075" y="274294"/>
                </a:lnTo>
                <a:lnTo>
                  <a:pt x="275379" y="200774"/>
                </a:lnTo>
                <a:lnTo>
                  <a:pt x="130924" y="200774"/>
                </a:lnTo>
                <a:lnTo>
                  <a:pt x="160185" y="106794"/>
                </a:lnTo>
                <a:lnTo>
                  <a:pt x="241254" y="106794"/>
                </a:lnTo>
                <a:lnTo>
                  <a:pt x="202476" y="0"/>
                </a:lnTo>
                <a:close/>
              </a:path>
              <a:path w="321309" h="327659">
                <a:moveTo>
                  <a:pt x="302075" y="274294"/>
                </a:moveTo>
                <a:lnTo>
                  <a:pt x="213271" y="274294"/>
                </a:lnTo>
                <a:lnTo>
                  <a:pt x="229692" y="327126"/>
                </a:lnTo>
                <a:lnTo>
                  <a:pt x="321259" y="327126"/>
                </a:lnTo>
                <a:lnTo>
                  <a:pt x="302075" y="274294"/>
                </a:lnTo>
                <a:close/>
              </a:path>
              <a:path w="321309" h="327659">
                <a:moveTo>
                  <a:pt x="241254" y="106794"/>
                </a:moveTo>
                <a:lnTo>
                  <a:pt x="161086" y="106794"/>
                </a:lnTo>
                <a:lnTo>
                  <a:pt x="190322" y="200774"/>
                </a:lnTo>
                <a:lnTo>
                  <a:pt x="275379" y="200774"/>
                </a:lnTo>
                <a:lnTo>
                  <a:pt x="241254" y="106794"/>
                </a:lnTo>
                <a:close/>
              </a:path>
            </a:pathLst>
          </a:custGeom>
          <a:solidFill>
            <a:srgbClr val="FFFFFF"/>
          </a:solidFill>
        </p:spPr>
        <p:txBody>
          <a:bodyPr wrap="square" lIns="0" tIns="0" rIns="0" bIns="0" rtlCol="0"/>
          <a:lstStyle/>
          <a:p>
            <a:endParaRPr dirty="0"/>
          </a:p>
        </p:txBody>
      </p:sp>
      <p:sp>
        <p:nvSpPr>
          <p:cNvPr id="9" name="object 9"/>
          <p:cNvSpPr/>
          <p:nvPr/>
        </p:nvSpPr>
        <p:spPr>
          <a:xfrm>
            <a:off x="9931141" y="358761"/>
            <a:ext cx="160655" cy="121920"/>
          </a:xfrm>
          <a:custGeom>
            <a:avLst/>
            <a:gdLst/>
            <a:ahLst/>
            <a:cxnLst/>
            <a:rect l="l" t="t" r="r" b="b"/>
            <a:pathLst>
              <a:path w="160654" h="121920">
                <a:moveTo>
                  <a:pt x="30607" y="0"/>
                </a:moveTo>
                <a:lnTo>
                  <a:pt x="0" y="25615"/>
                </a:lnTo>
                <a:lnTo>
                  <a:pt x="80200" y="121386"/>
                </a:lnTo>
                <a:lnTo>
                  <a:pt x="132075" y="59207"/>
                </a:lnTo>
                <a:lnTo>
                  <a:pt x="80175" y="59207"/>
                </a:lnTo>
                <a:lnTo>
                  <a:pt x="30607" y="0"/>
                </a:lnTo>
                <a:close/>
              </a:path>
              <a:path w="160654" h="121920">
                <a:moveTo>
                  <a:pt x="129501" y="0"/>
                </a:moveTo>
                <a:lnTo>
                  <a:pt x="80175" y="59207"/>
                </a:lnTo>
                <a:lnTo>
                  <a:pt x="132075" y="59207"/>
                </a:lnTo>
                <a:lnTo>
                  <a:pt x="160121" y="25590"/>
                </a:lnTo>
                <a:lnTo>
                  <a:pt x="129501" y="0"/>
                </a:lnTo>
                <a:close/>
              </a:path>
            </a:pathLst>
          </a:custGeom>
          <a:solidFill>
            <a:srgbClr val="FFFFFF"/>
          </a:solidFill>
        </p:spPr>
        <p:txBody>
          <a:bodyPr wrap="square" lIns="0" tIns="0" rIns="0" bIns="0" rtlCol="0"/>
          <a:lstStyle/>
          <a:p>
            <a:endParaRPr dirty="0"/>
          </a:p>
        </p:txBody>
      </p:sp>
      <p:sp>
        <p:nvSpPr>
          <p:cNvPr id="10" name="object 10"/>
          <p:cNvSpPr/>
          <p:nvPr/>
        </p:nvSpPr>
        <p:spPr>
          <a:xfrm>
            <a:off x="10012513" y="727100"/>
            <a:ext cx="139065" cy="136525"/>
          </a:xfrm>
          <a:custGeom>
            <a:avLst/>
            <a:gdLst/>
            <a:ahLst/>
            <a:cxnLst/>
            <a:rect l="l" t="t" r="r" b="b"/>
            <a:pathLst>
              <a:path w="139065" h="136525">
                <a:moveTo>
                  <a:pt x="20256" y="0"/>
                </a:moveTo>
                <a:lnTo>
                  <a:pt x="533" y="34213"/>
                </a:lnTo>
                <a:lnTo>
                  <a:pt x="58661" y="67665"/>
                </a:lnTo>
                <a:lnTo>
                  <a:pt x="0" y="101993"/>
                </a:lnTo>
                <a:lnTo>
                  <a:pt x="19761" y="136283"/>
                </a:lnTo>
                <a:lnTo>
                  <a:pt x="138480" y="68046"/>
                </a:lnTo>
                <a:lnTo>
                  <a:pt x="20256" y="0"/>
                </a:lnTo>
                <a:close/>
              </a:path>
            </a:pathLst>
          </a:custGeom>
          <a:solidFill>
            <a:srgbClr val="FFFFFF"/>
          </a:solidFill>
        </p:spPr>
        <p:txBody>
          <a:bodyPr wrap="square" lIns="0" tIns="0" rIns="0" bIns="0" rtlCol="0"/>
          <a:lstStyle/>
          <a:p>
            <a:endParaRPr dirty="0"/>
          </a:p>
        </p:txBody>
      </p:sp>
      <p:sp>
        <p:nvSpPr>
          <p:cNvPr id="11" name="object 11"/>
          <p:cNvSpPr/>
          <p:nvPr/>
        </p:nvSpPr>
        <p:spPr>
          <a:xfrm>
            <a:off x="10074627" y="606785"/>
            <a:ext cx="116205" cy="164465"/>
          </a:xfrm>
          <a:custGeom>
            <a:avLst/>
            <a:gdLst/>
            <a:ahLst/>
            <a:cxnLst/>
            <a:rect l="l" t="t" r="r" b="b"/>
            <a:pathLst>
              <a:path w="116204" h="164465">
                <a:moveTo>
                  <a:pt x="115900" y="85420"/>
                </a:moveTo>
                <a:lnTo>
                  <a:pt x="75984" y="85420"/>
                </a:lnTo>
                <a:lnTo>
                  <a:pt x="75984" y="141312"/>
                </a:lnTo>
                <a:lnTo>
                  <a:pt x="115900" y="164337"/>
                </a:lnTo>
                <a:lnTo>
                  <a:pt x="115900" y="85420"/>
                </a:lnTo>
                <a:close/>
              </a:path>
              <a:path w="116204" h="164465">
                <a:moveTo>
                  <a:pt x="115900" y="0"/>
                </a:moveTo>
                <a:lnTo>
                  <a:pt x="0" y="97116"/>
                </a:lnTo>
                <a:lnTo>
                  <a:pt x="36779" y="118338"/>
                </a:lnTo>
                <a:lnTo>
                  <a:pt x="75984" y="85420"/>
                </a:lnTo>
                <a:lnTo>
                  <a:pt x="115900" y="85420"/>
                </a:lnTo>
                <a:lnTo>
                  <a:pt x="115900" y="0"/>
                </a:lnTo>
                <a:close/>
              </a:path>
            </a:pathLst>
          </a:custGeom>
          <a:solidFill>
            <a:srgbClr val="FFFFFF"/>
          </a:solidFill>
        </p:spPr>
        <p:txBody>
          <a:bodyPr wrap="square" lIns="0" tIns="0" rIns="0" bIns="0" rtlCol="0"/>
          <a:lstStyle/>
          <a:p>
            <a:endParaRPr dirty="0"/>
          </a:p>
        </p:txBody>
      </p:sp>
      <p:sp>
        <p:nvSpPr>
          <p:cNvPr id="12" name="object 12"/>
          <p:cNvSpPr/>
          <p:nvPr/>
        </p:nvSpPr>
        <p:spPr>
          <a:xfrm>
            <a:off x="9939206" y="587536"/>
            <a:ext cx="212090" cy="104775"/>
          </a:xfrm>
          <a:custGeom>
            <a:avLst/>
            <a:gdLst/>
            <a:ahLst/>
            <a:cxnLst/>
            <a:rect l="l" t="t" r="r" b="b"/>
            <a:pathLst>
              <a:path w="212090" h="104775">
                <a:moveTo>
                  <a:pt x="211747" y="0"/>
                </a:moveTo>
                <a:lnTo>
                  <a:pt x="33451" y="0"/>
                </a:lnTo>
                <a:lnTo>
                  <a:pt x="0" y="39839"/>
                </a:lnTo>
                <a:lnTo>
                  <a:pt x="102184" y="39839"/>
                </a:lnTo>
                <a:lnTo>
                  <a:pt x="61290" y="74168"/>
                </a:lnTo>
                <a:lnTo>
                  <a:pt x="86944" y="104711"/>
                </a:lnTo>
                <a:lnTo>
                  <a:pt x="211747" y="0"/>
                </a:lnTo>
                <a:close/>
              </a:path>
            </a:pathLst>
          </a:custGeom>
          <a:solidFill>
            <a:srgbClr val="FFFFFF"/>
          </a:solidFill>
        </p:spPr>
        <p:txBody>
          <a:bodyPr wrap="square" lIns="0" tIns="0" rIns="0" bIns="0" rtlCol="0"/>
          <a:lstStyle/>
          <a:p>
            <a:endParaRPr dirty="0"/>
          </a:p>
        </p:txBody>
      </p:sp>
      <p:sp>
        <p:nvSpPr>
          <p:cNvPr id="13" name="object 13"/>
          <p:cNvSpPr/>
          <p:nvPr/>
        </p:nvSpPr>
        <p:spPr>
          <a:xfrm>
            <a:off x="9791702" y="533090"/>
            <a:ext cx="174625" cy="109855"/>
          </a:xfrm>
          <a:custGeom>
            <a:avLst/>
            <a:gdLst/>
            <a:ahLst/>
            <a:cxnLst/>
            <a:rect l="l" t="t" r="r" b="b"/>
            <a:pathLst>
              <a:path w="174625" h="109854">
                <a:moveTo>
                  <a:pt x="174586" y="0"/>
                </a:moveTo>
                <a:lnTo>
                  <a:pt x="0" y="0"/>
                </a:lnTo>
                <a:lnTo>
                  <a:pt x="22898" y="39865"/>
                </a:lnTo>
                <a:lnTo>
                  <a:pt x="88823" y="39865"/>
                </a:lnTo>
                <a:lnTo>
                  <a:pt x="51981" y="83566"/>
                </a:lnTo>
                <a:lnTo>
                  <a:pt x="82511" y="109270"/>
                </a:lnTo>
                <a:lnTo>
                  <a:pt x="174586" y="0"/>
                </a:lnTo>
                <a:close/>
              </a:path>
            </a:pathLst>
          </a:custGeom>
          <a:solidFill>
            <a:srgbClr val="FFFFFF"/>
          </a:solidFill>
        </p:spPr>
        <p:txBody>
          <a:bodyPr wrap="square" lIns="0" tIns="0" rIns="0" bIns="0" rtlCol="0"/>
          <a:lstStyle/>
          <a:p>
            <a:endParaRPr dirty="0"/>
          </a:p>
        </p:txBody>
      </p:sp>
      <p:sp>
        <p:nvSpPr>
          <p:cNvPr id="14" name="object 14"/>
          <p:cNvSpPr/>
          <p:nvPr/>
        </p:nvSpPr>
        <p:spPr>
          <a:xfrm>
            <a:off x="9791702" y="383922"/>
            <a:ext cx="179070" cy="109855"/>
          </a:xfrm>
          <a:custGeom>
            <a:avLst/>
            <a:gdLst/>
            <a:ahLst/>
            <a:cxnLst/>
            <a:rect l="l" t="t" r="r" b="b"/>
            <a:pathLst>
              <a:path w="179070" h="109854">
                <a:moveTo>
                  <a:pt x="86880" y="0"/>
                </a:moveTo>
                <a:lnTo>
                  <a:pt x="56349" y="25704"/>
                </a:lnTo>
                <a:lnTo>
                  <a:pt x="93192" y="69405"/>
                </a:lnTo>
                <a:lnTo>
                  <a:pt x="22898" y="69405"/>
                </a:lnTo>
                <a:lnTo>
                  <a:pt x="0" y="109258"/>
                </a:lnTo>
                <a:lnTo>
                  <a:pt x="178955" y="109258"/>
                </a:lnTo>
                <a:lnTo>
                  <a:pt x="86880" y="0"/>
                </a:lnTo>
                <a:close/>
              </a:path>
            </a:pathLst>
          </a:custGeom>
          <a:solidFill>
            <a:srgbClr val="FFFFFF"/>
          </a:solidFill>
        </p:spPr>
        <p:txBody>
          <a:bodyPr wrap="square" lIns="0" tIns="0" rIns="0" bIns="0" rtlCol="0"/>
          <a:lstStyle/>
          <a:p>
            <a:endParaRPr dirty="0"/>
          </a:p>
        </p:txBody>
      </p:sp>
      <p:sp>
        <p:nvSpPr>
          <p:cNvPr id="15" name="object 15"/>
          <p:cNvSpPr/>
          <p:nvPr/>
        </p:nvSpPr>
        <p:spPr>
          <a:xfrm>
            <a:off x="10006040" y="375650"/>
            <a:ext cx="145415" cy="172085"/>
          </a:xfrm>
          <a:custGeom>
            <a:avLst/>
            <a:gdLst/>
            <a:ahLst/>
            <a:cxnLst/>
            <a:rect l="l" t="t" r="r" b="b"/>
            <a:pathLst>
              <a:path w="145415" h="172084">
                <a:moveTo>
                  <a:pt x="144932" y="0"/>
                </a:moveTo>
                <a:lnTo>
                  <a:pt x="0" y="172021"/>
                </a:lnTo>
                <a:lnTo>
                  <a:pt x="52171" y="172021"/>
                </a:lnTo>
                <a:lnTo>
                  <a:pt x="105028" y="109296"/>
                </a:lnTo>
                <a:lnTo>
                  <a:pt x="144924" y="109296"/>
                </a:lnTo>
                <a:lnTo>
                  <a:pt x="144932" y="0"/>
                </a:lnTo>
                <a:close/>
              </a:path>
              <a:path w="145415" h="172084">
                <a:moveTo>
                  <a:pt x="144924" y="109296"/>
                </a:moveTo>
                <a:lnTo>
                  <a:pt x="105028" y="109296"/>
                </a:lnTo>
                <a:lnTo>
                  <a:pt x="105016" y="172021"/>
                </a:lnTo>
                <a:lnTo>
                  <a:pt x="144919" y="172021"/>
                </a:lnTo>
                <a:lnTo>
                  <a:pt x="144924" y="109296"/>
                </a:lnTo>
                <a:close/>
              </a:path>
            </a:pathLst>
          </a:custGeom>
          <a:solidFill>
            <a:srgbClr val="FFFFFF"/>
          </a:solidFill>
        </p:spPr>
        <p:txBody>
          <a:bodyPr wrap="square" lIns="0" tIns="0" rIns="0" bIns="0" rtlCol="0"/>
          <a:lstStyle/>
          <a:p>
            <a:endParaRPr dirty="0"/>
          </a:p>
        </p:txBody>
      </p:sp>
      <p:sp>
        <p:nvSpPr>
          <p:cNvPr id="16" name="object 16"/>
          <p:cNvSpPr/>
          <p:nvPr/>
        </p:nvSpPr>
        <p:spPr>
          <a:xfrm>
            <a:off x="10190842" y="406526"/>
            <a:ext cx="108585" cy="179070"/>
          </a:xfrm>
          <a:custGeom>
            <a:avLst/>
            <a:gdLst/>
            <a:ahLst/>
            <a:cxnLst/>
            <a:rect l="l" t="t" r="r" b="b"/>
            <a:pathLst>
              <a:path w="108584" h="179070">
                <a:moveTo>
                  <a:pt x="0" y="0"/>
                </a:moveTo>
                <a:lnTo>
                  <a:pt x="0" y="178841"/>
                </a:lnTo>
                <a:lnTo>
                  <a:pt x="108432" y="128181"/>
                </a:lnTo>
                <a:lnTo>
                  <a:pt x="98270" y="116166"/>
                </a:lnTo>
                <a:lnTo>
                  <a:pt x="39916" y="116166"/>
                </a:lnTo>
                <a:lnTo>
                  <a:pt x="39916" y="47180"/>
                </a:lnTo>
                <a:lnTo>
                  <a:pt x="0" y="0"/>
                </a:lnTo>
                <a:close/>
              </a:path>
              <a:path w="108584" h="179070">
                <a:moveTo>
                  <a:pt x="81749" y="96634"/>
                </a:moveTo>
                <a:lnTo>
                  <a:pt x="39916" y="116166"/>
                </a:lnTo>
                <a:lnTo>
                  <a:pt x="98270" y="116166"/>
                </a:lnTo>
                <a:lnTo>
                  <a:pt x="81749" y="96634"/>
                </a:lnTo>
                <a:close/>
              </a:path>
            </a:pathLst>
          </a:custGeom>
          <a:solidFill>
            <a:srgbClr val="FFFFFF"/>
          </a:solidFill>
        </p:spPr>
        <p:txBody>
          <a:bodyPr wrap="square" lIns="0" tIns="0" rIns="0" bIns="0" rtlCol="0"/>
          <a:lstStyle/>
          <a:p>
            <a:endParaRPr dirty="0"/>
          </a:p>
        </p:txBody>
      </p:sp>
      <p:sp>
        <p:nvSpPr>
          <p:cNvPr id="17" name="object 17"/>
          <p:cNvSpPr/>
          <p:nvPr/>
        </p:nvSpPr>
        <p:spPr>
          <a:xfrm>
            <a:off x="10230295" y="587503"/>
            <a:ext cx="194310" cy="161925"/>
          </a:xfrm>
          <a:custGeom>
            <a:avLst/>
            <a:gdLst/>
            <a:ahLst/>
            <a:cxnLst/>
            <a:rect l="l" t="t" r="r" b="b"/>
            <a:pathLst>
              <a:path w="194309" h="161925">
                <a:moveTo>
                  <a:pt x="194030" y="0"/>
                </a:moveTo>
                <a:lnTo>
                  <a:pt x="0" y="0"/>
                </a:lnTo>
                <a:lnTo>
                  <a:pt x="0" y="40982"/>
                </a:lnTo>
                <a:lnTo>
                  <a:pt x="81026" y="40982"/>
                </a:lnTo>
                <a:lnTo>
                  <a:pt x="0" y="108267"/>
                </a:lnTo>
                <a:lnTo>
                  <a:pt x="0" y="161607"/>
                </a:lnTo>
                <a:lnTo>
                  <a:pt x="194030" y="0"/>
                </a:lnTo>
                <a:close/>
              </a:path>
            </a:pathLst>
          </a:custGeom>
          <a:solidFill>
            <a:srgbClr val="FFFFFF"/>
          </a:solidFill>
        </p:spPr>
        <p:txBody>
          <a:bodyPr wrap="square" lIns="0" tIns="0" rIns="0" bIns="0" rtlCol="0"/>
          <a:lstStyle/>
          <a:p>
            <a:endParaRPr dirty="0"/>
          </a:p>
        </p:txBody>
      </p:sp>
      <p:sp>
        <p:nvSpPr>
          <p:cNvPr id="18" name="object 18"/>
          <p:cNvSpPr/>
          <p:nvPr/>
        </p:nvSpPr>
        <p:spPr>
          <a:xfrm>
            <a:off x="10190830" y="761102"/>
            <a:ext cx="98425" cy="200025"/>
          </a:xfrm>
          <a:custGeom>
            <a:avLst/>
            <a:gdLst/>
            <a:ahLst/>
            <a:cxnLst/>
            <a:rect l="l" t="t" r="r" b="b"/>
            <a:pathLst>
              <a:path w="98425" h="200025">
                <a:moveTo>
                  <a:pt x="97955" y="0"/>
                </a:moveTo>
                <a:lnTo>
                  <a:pt x="0" y="56781"/>
                </a:lnTo>
                <a:lnTo>
                  <a:pt x="0" y="199834"/>
                </a:lnTo>
                <a:lnTo>
                  <a:pt x="40322" y="176542"/>
                </a:lnTo>
                <a:lnTo>
                  <a:pt x="40322" y="79921"/>
                </a:lnTo>
                <a:lnTo>
                  <a:pt x="97955" y="46520"/>
                </a:lnTo>
                <a:lnTo>
                  <a:pt x="97955" y="0"/>
                </a:lnTo>
                <a:close/>
              </a:path>
            </a:pathLst>
          </a:custGeom>
          <a:solidFill>
            <a:srgbClr val="FFFFFF"/>
          </a:solidFill>
        </p:spPr>
        <p:txBody>
          <a:bodyPr wrap="square" lIns="0" tIns="0" rIns="0" bIns="0" rtlCol="0"/>
          <a:lstStyle/>
          <a:p>
            <a:endParaRPr dirty="0"/>
          </a:p>
        </p:txBody>
      </p:sp>
      <p:sp>
        <p:nvSpPr>
          <p:cNvPr id="19" name="object 19"/>
          <p:cNvSpPr/>
          <p:nvPr/>
        </p:nvSpPr>
        <p:spPr>
          <a:xfrm>
            <a:off x="10046751" y="840804"/>
            <a:ext cx="104775" cy="165735"/>
          </a:xfrm>
          <a:custGeom>
            <a:avLst/>
            <a:gdLst/>
            <a:ahLst/>
            <a:cxnLst/>
            <a:rect l="l" t="t" r="r" b="b"/>
            <a:pathLst>
              <a:path w="104775" h="165734">
                <a:moveTo>
                  <a:pt x="104228" y="69062"/>
                </a:moveTo>
                <a:lnTo>
                  <a:pt x="64363" y="69062"/>
                </a:lnTo>
                <a:lnTo>
                  <a:pt x="64363" y="165671"/>
                </a:lnTo>
                <a:lnTo>
                  <a:pt x="104228" y="142659"/>
                </a:lnTo>
                <a:lnTo>
                  <a:pt x="104228" y="69062"/>
                </a:lnTo>
                <a:close/>
              </a:path>
              <a:path w="104775" h="165734">
                <a:moveTo>
                  <a:pt x="104228" y="0"/>
                </a:moveTo>
                <a:lnTo>
                  <a:pt x="0" y="60198"/>
                </a:lnTo>
                <a:lnTo>
                  <a:pt x="19951" y="94703"/>
                </a:lnTo>
                <a:lnTo>
                  <a:pt x="64363" y="69062"/>
                </a:lnTo>
                <a:lnTo>
                  <a:pt x="104228" y="69062"/>
                </a:lnTo>
                <a:lnTo>
                  <a:pt x="104228" y="0"/>
                </a:lnTo>
                <a:close/>
              </a:path>
            </a:pathLst>
          </a:custGeom>
          <a:solidFill>
            <a:srgbClr val="FFFFFF"/>
          </a:solidFill>
        </p:spPr>
        <p:txBody>
          <a:bodyPr wrap="square" lIns="0" tIns="0" rIns="0" bIns="0" rtlCol="0"/>
          <a:lstStyle/>
          <a:p>
            <a:endParaRPr dirty="0"/>
          </a:p>
        </p:txBody>
      </p:sp>
      <p:sp>
        <p:nvSpPr>
          <p:cNvPr id="21" name="object 21"/>
          <p:cNvSpPr txBox="1">
            <a:spLocks noGrp="1"/>
          </p:cNvSpPr>
          <p:nvPr>
            <p:ph type="sldNum" sz="quarter" idx="4294967295"/>
          </p:nvPr>
        </p:nvSpPr>
        <p:spPr>
          <a:xfrm>
            <a:off x="11385512" y="6464657"/>
            <a:ext cx="424815" cy="150495"/>
          </a:xfrm>
          <a:prstGeom prst="rect">
            <a:avLst/>
          </a:prstGeom>
        </p:spPr>
        <p:txBody>
          <a:bodyPr vert="horz" wrap="square" lIns="0" tIns="13335" rIns="0" bIns="0" rtlCol="0">
            <a:spAutoFit/>
          </a:bodyPr>
          <a:lstStyle/>
          <a:p>
            <a:pPr marL="12700">
              <a:lnSpc>
                <a:spcPct val="100000"/>
              </a:lnSpc>
              <a:spcBef>
                <a:spcPts val="105"/>
              </a:spcBef>
            </a:pPr>
            <a:r>
              <a:rPr dirty="0"/>
              <a:t>PG |</a:t>
            </a:r>
            <a:r>
              <a:rPr spc="-65" dirty="0"/>
              <a:t> </a:t>
            </a:r>
            <a:fld id="{81D60167-4931-47E6-BA6A-407CBD079E47}" type="slidenum">
              <a:rPr dirty="0"/>
              <a:t>29</a:t>
            </a:fld>
            <a:endParaRPr dirty="0"/>
          </a:p>
        </p:txBody>
      </p:sp>
      <p:sp>
        <p:nvSpPr>
          <p:cNvPr id="23" name="TextBox 22">
            <a:extLst>
              <a:ext uri="{FF2B5EF4-FFF2-40B4-BE49-F238E27FC236}">
                <a16:creationId xmlns:a16="http://schemas.microsoft.com/office/drawing/2014/main" id="{42F680C9-519A-5F47-89DB-FA3DD1F27BEE}"/>
              </a:ext>
            </a:extLst>
          </p:cNvPr>
          <p:cNvSpPr txBox="1"/>
          <p:nvPr/>
        </p:nvSpPr>
        <p:spPr>
          <a:xfrm rot="18602735">
            <a:off x="2068495" y="3174676"/>
            <a:ext cx="5844946" cy="778290"/>
          </a:xfrm>
          <a:prstGeom prst="rect">
            <a:avLst/>
          </a:prstGeom>
          <a:noFill/>
        </p:spPr>
        <p:txBody>
          <a:bodyPr wrap="square" lIns="0" tIns="0" rIns="0" bIns="0" rtlCol="0">
            <a:spAutoFit/>
          </a:bodyPr>
          <a:lstStyle/>
          <a:p>
            <a:pPr>
              <a:lnSpc>
                <a:spcPts val="6000"/>
              </a:lnSpc>
            </a:pPr>
            <a:r>
              <a:rPr lang="en-ZA" sz="7200" b="1" dirty="0">
                <a:solidFill>
                  <a:schemeClr val="bg1"/>
                </a:solidFill>
                <a:latin typeface="Century Gothic" panose="020B0502020202020204" pitchFamily="34" charset="0"/>
              </a:rPr>
              <a:t>THANK YOU</a:t>
            </a:r>
          </a:p>
        </p:txBody>
      </p:sp>
    </p:spTree>
    <p:extLst>
      <p:ext uri="{BB962C8B-B14F-4D97-AF65-F5344CB8AC3E}">
        <p14:creationId xmlns:p14="http://schemas.microsoft.com/office/powerpoint/2010/main" val="364042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8_Office Theme">
  <a:themeElements>
    <a:clrScheme name="Custom 80">
      <a:dk1>
        <a:sysClr val="windowText" lastClr="000000"/>
      </a:dk1>
      <a:lt1>
        <a:sysClr val="window" lastClr="FFFFFF"/>
      </a:lt1>
      <a:dk2>
        <a:srgbClr val="000000"/>
      </a:dk2>
      <a:lt2>
        <a:srgbClr val="FFFFFF"/>
      </a:lt2>
      <a:accent1>
        <a:srgbClr val="475369"/>
      </a:accent1>
      <a:accent2>
        <a:srgbClr val="21D4C6"/>
      </a:accent2>
      <a:accent3>
        <a:srgbClr val="538582"/>
      </a:accent3>
      <a:accent4>
        <a:srgbClr val="BDFFFC"/>
      </a:accent4>
      <a:accent5>
        <a:srgbClr val="243938"/>
      </a:accent5>
      <a:accent6>
        <a:srgbClr val="008783"/>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7A867C-EEBF-4DDD-9423-6C00D8AB9904}">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AA69E237191444870183B01AA85695" ma:contentTypeVersion="14" ma:contentTypeDescription="Create a new document." ma:contentTypeScope="" ma:versionID="0ee933672ae8c3731e47f58f31b7e318">
  <xsd:schema xmlns:xsd="http://www.w3.org/2001/XMLSchema" xmlns:xs="http://www.w3.org/2001/XMLSchema" xmlns:p="http://schemas.microsoft.com/office/2006/metadata/properties" xmlns:ns3="2ad5e97a-0e5a-4fd6-8a53-1b8fb6b16f28" xmlns:ns4="be97a4c5-d5df-48ee-8c3b-67a249a52a0a" targetNamespace="http://schemas.microsoft.com/office/2006/metadata/properties" ma:root="true" ma:fieldsID="6d3f1aa510de2d346d778a0fba187fb3" ns3:_="" ns4:_="">
    <xsd:import namespace="2ad5e97a-0e5a-4fd6-8a53-1b8fb6b16f28"/>
    <xsd:import namespace="be97a4c5-d5df-48ee-8c3b-67a249a52a0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ystemTags" minOccurs="0"/>
                <xsd:element ref="ns3:MediaServiceGenerationTime" minOccurs="0"/>
                <xsd:element ref="ns3:MediaServiceEventHashCode" minOccurs="0"/>
                <xsd:element ref="ns3:MediaServiceSearchProperties" minOccurs="0"/>
                <xsd:element ref="ns3:MediaServiceOCR" minOccurs="0"/>
                <xsd:element ref="ns3:_activity" minOccurs="0"/>
                <xsd:element ref="ns4:SharedWithUsers" minOccurs="0"/>
                <xsd:element ref="ns4:SharedWithDetails" minOccurs="0"/>
                <xsd:element ref="ns4:SharingHintHash"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d5e97a-0e5a-4fd6-8a53-1b8fb6b16f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ystemTags" ma:index="11" nillable="true" ma:displayName="MediaServiceSystemTags" ma:hidden="true" ma:internalName="MediaServiceSystemTags"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_activity" ma:index="16" nillable="true" ma:displayName="_activity" ma:hidden="true" ma:internalName="_activity">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e97a4c5-d5df-48ee-8c3b-67a249a52a0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ad5e97a-0e5a-4fd6-8a53-1b8fb6b16f28" xsi:nil="true"/>
  </documentManagement>
</p:properties>
</file>

<file path=customXml/itemProps1.xml><?xml version="1.0" encoding="utf-8"?>
<ds:datastoreItem xmlns:ds="http://schemas.openxmlformats.org/officeDocument/2006/customXml" ds:itemID="{E6681A40-6FD3-49DC-ABFC-A9605E7029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d5e97a-0e5a-4fd6-8a53-1b8fb6b16f28"/>
    <ds:schemaRef ds:uri="be97a4c5-d5df-48ee-8c3b-67a249a52a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65EEA4A-1CBB-498D-9018-CEBB29C455AB}">
  <ds:schemaRefs>
    <ds:schemaRef ds:uri="http://schemas.microsoft.com/sharepoint/v3/contenttype/forms"/>
  </ds:schemaRefs>
</ds:datastoreItem>
</file>

<file path=customXml/itemProps3.xml><?xml version="1.0" encoding="utf-8"?>
<ds:datastoreItem xmlns:ds="http://schemas.openxmlformats.org/officeDocument/2006/customXml" ds:itemID="{DCA4DCE6-82DE-443F-92EC-49A1E5A889FB}">
  <ds:schemaRefs>
    <ds:schemaRef ds:uri="http://purl.org/dc/dcmitype/"/>
    <ds:schemaRef ds:uri="http://schemas.microsoft.com/office/2006/documentManagement/types"/>
    <ds:schemaRef ds:uri="http://purl.org/dc/elements/1.1/"/>
    <ds:schemaRef ds:uri="2ad5e97a-0e5a-4fd6-8a53-1b8fb6b16f28"/>
    <ds:schemaRef ds:uri="http://purl.org/dc/terms/"/>
    <ds:schemaRef ds:uri="be97a4c5-d5df-48ee-8c3b-67a249a52a0a"/>
    <ds:schemaRef ds:uri="http://schemas.openxmlformats.org/package/2006/metadata/core-properties"/>
    <ds:schemaRef ds:uri="http://www.w3.org/XML/1998/namespace"/>
    <ds:schemaRef ds:uri="http://schemas.microsoft.com/office/infopath/2007/PartnerControls"/>
    <ds:schemaRef ds:uri="http://schemas.microsoft.com/office/2006/metadata/properties"/>
  </ds:schemaRefs>
</ds:datastoreItem>
</file>

<file path=docMetadata/LabelInfo.xml><?xml version="1.0" encoding="utf-8"?>
<clbl:labelList xmlns:clbl="http://schemas.microsoft.com/office/2020/mipLabelMetadata">
  <clbl:label id="{6a28e8b9-ea23-417c-b7c9-7d38478b2a89}" enabled="0" method="" siteId="{6a28e8b9-ea23-417c-b7c9-7d38478b2a89}" removed="1"/>
</clbl:labelList>
</file>

<file path=docProps/app.xml><?xml version="1.0" encoding="utf-8"?>
<Properties xmlns="http://schemas.openxmlformats.org/officeDocument/2006/extended-properties" xmlns:vt="http://schemas.openxmlformats.org/officeDocument/2006/docPropsVTypes">
  <Template/>
  <TotalTime>56086</TotalTime>
  <Words>1232</Words>
  <Application>Microsoft Office PowerPoint</Application>
  <PresentationFormat>Widescreen</PresentationFormat>
  <Paragraphs>118</Paragraphs>
  <Slides>29</Slides>
  <Notes>3</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29</vt:i4>
      </vt:variant>
    </vt:vector>
  </HeadingPairs>
  <TitlesOfParts>
    <vt:vector size="43" baseType="lpstr">
      <vt:lpstr>Arial</vt:lpstr>
      <vt:lpstr>Averta-Black</vt:lpstr>
      <vt:lpstr>Biome </vt:lpstr>
      <vt:lpstr>Calibri</vt:lpstr>
      <vt:lpstr>Calibri Light</vt:lpstr>
      <vt:lpstr>Century Gothic</vt:lpstr>
      <vt:lpstr>CenturyGothic-Bold</vt:lpstr>
      <vt:lpstr>Helvetica Light</vt:lpstr>
      <vt:lpstr>Poppins</vt:lpstr>
      <vt:lpstr>Poppins 2</vt:lpstr>
      <vt:lpstr>Office Theme</vt:lpstr>
      <vt:lpstr>Simple Light</vt:lpstr>
      <vt:lpstr>8_Office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Kelvin M. Njoroge</dc:creator>
  <cp:lastModifiedBy>Peter Githaka</cp:lastModifiedBy>
  <cp:revision>1129</cp:revision>
  <dcterms:created xsi:type="dcterms:W3CDTF">2019-11-01T09:06:43Z</dcterms:created>
  <dcterms:modified xsi:type="dcterms:W3CDTF">2025-09-01T07:30:21Z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0x0101006CAA69E237191444870183B01AA85695</vt:lpwstr>
  </property>
</Properties>
</file>